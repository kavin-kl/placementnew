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handoutMasters/handoutMaster1.xml" ContentType="application/vnd.openxmlformats-officedocument.presentationml.handoutMaster+xml"/>
  <Override PartName="/ppt/media/image10.svg" ContentType="image/svg+xml"/>
  <Override PartName="/ppt/media/image24.svg" ContentType="image/svg+xml"/>
  <Override PartName="/ppt/media/image26.svg" ContentType="image/svg+xml"/>
  <Override PartName="/ppt/media/image28.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5"/>
  </p:handoutMasterIdLst>
  <p:sldIdLst>
    <p:sldId id="257" r:id="rId3"/>
    <p:sldId id="301" r:id="rId5"/>
    <p:sldId id="302" r:id="rId6"/>
    <p:sldId id="303" r:id="rId7"/>
    <p:sldId id="304" r:id="rId8"/>
    <p:sldId id="305" r:id="rId9"/>
    <p:sldId id="306" r:id="rId10"/>
    <p:sldId id="307" r:id="rId11"/>
    <p:sldId id="309" r:id="rId12"/>
    <p:sldId id="308" r:id="rId13"/>
    <p:sldId id="30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BFF"/>
    <a:srgbClr val="00FFC8"/>
    <a:srgbClr val="040824"/>
    <a:srgbClr val="00B0FF"/>
    <a:srgbClr val="EF5518"/>
    <a:srgbClr val="00C483"/>
    <a:srgbClr val="FFB600"/>
    <a:srgbClr val="0B2E3E"/>
    <a:srgbClr val="FFCB00"/>
    <a:srgbClr val="1137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5" d="100"/>
          <a:sy n="65" d="100"/>
        </p:scale>
        <p:origin x="912" y="7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6" Type="http://schemas.openxmlformats.org/officeDocument/2006/relationships/image" Target="../media/image38.svg"/><Relationship Id="rId15" Type="http://schemas.openxmlformats.org/officeDocument/2006/relationships/image" Target="../media/image37.png"/><Relationship Id="rId14" Type="http://schemas.openxmlformats.org/officeDocument/2006/relationships/image" Target="../media/image36.svg"/><Relationship Id="rId13" Type="http://schemas.openxmlformats.org/officeDocument/2006/relationships/image" Target="../media/image35.png"/><Relationship Id="rId12" Type="http://schemas.openxmlformats.org/officeDocument/2006/relationships/image" Target="../media/image34.svg"/><Relationship Id="rId11" Type="http://schemas.openxmlformats.org/officeDocument/2006/relationships/image" Target="../media/image33.png"/><Relationship Id="rId10" Type="http://schemas.openxmlformats.org/officeDocument/2006/relationships/image" Target="../media/image32.svg"/><Relationship Id="rId1" Type="http://schemas.openxmlformats.org/officeDocument/2006/relationships/image" Target="../media/image23.png"/></Relationships>
</file>

<file path=ppt/diagrams/_rels/data2.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0" Type="http://schemas.openxmlformats.org/officeDocument/2006/relationships/image" Target="../media/image46.svg"/><Relationship Id="rId1" Type="http://schemas.openxmlformats.org/officeDocument/2006/relationships/image" Target="../media/image39.png"/></Relationships>
</file>

<file path=ppt/diagrams/_rels/drawing1.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svg"/><Relationship Id="rId16" Type="http://schemas.openxmlformats.org/officeDocument/2006/relationships/image" Target="../media/image38.svg"/><Relationship Id="rId15" Type="http://schemas.openxmlformats.org/officeDocument/2006/relationships/image" Target="../media/image37.png"/><Relationship Id="rId14" Type="http://schemas.openxmlformats.org/officeDocument/2006/relationships/image" Target="../media/image36.svg"/><Relationship Id="rId13" Type="http://schemas.openxmlformats.org/officeDocument/2006/relationships/image" Target="../media/image35.png"/><Relationship Id="rId12" Type="http://schemas.openxmlformats.org/officeDocument/2006/relationships/image" Target="../media/image34.svg"/><Relationship Id="rId11" Type="http://schemas.openxmlformats.org/officeDocument/2006/relationships/image" Target="../media/image33.png"/><Relationship Id="rId10" Type="http://schemas.openxmlformats.org/officeDocument/2006/relationships/image" Target="../media/image32.svg"/><Relationship Id="rId1" Type="http://schemas.openxmlformats.org/officeDocument/2006/relationships/image" Target="../media/image23.png"/></Relationships>
</file>

<file path=ppt/diagrams/_rels/drawing2.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0" Type="http://schemas.openxmlformats.org/officeDocument/2006/relationships/image" Target="../media/image46.svg"/><Relationship Id="rId1"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3">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E6A5AC9-AE47-4316-8030-8B2C43FEE9E0}" type="doc">
      <dgm:prSet loTypeId="urn:microsoft.com/office/officeart/2018/2/layout/IconVerticalSolidList" loCatId="icon" qsTypeId="urn:microsoft.com/office/officeart/2005/8/quickstyle/simple1#1" qsCatId="simple" csTypeId="urn:microsoft.com/office/officeart/2005/8/colors/accent2_2#1" csCatId="accent2" phldr="1"/>
      <dgm:spPr/>
      <dgm:t>
        <a:bodyPr/>
        <a:lstStyle/>
        <a:p>
          <a:endParaRPr lang="en-US"/>
        </a:p>
      </dgm:t>
    </dgm:pt>
    <dgm:pt modelId="{DE5091EA-78AD-4E40-B4DF-CB31F5090165}">
      <dgm:prSet/>
      <dgm:spPr/>
      <dgm:t>
        <a:bodyPr/>
        <a:lstStyle/>
        <a:p>
          <a:r>
            <a:rPr lang="en-IN"/>
            <a:t>Cybersecurity </a:t>
          </a:r>
          <a:endParaRPr lang="en-US"/>
        </a:p>
      </dgm:t>
    </dgm:pt>
    <dgm:pt modelId="{3995DC10-3C32-45A3-8B00-2ACCACA662C4}" cxnId="{D9DC3EAA-8986-4DEF-84DC-C96C25A76E6E}" type="parTrans">
      <dgm:prSet/>
      <dgm:spPr/>
      <dgm:t>
        <a:bodyPr/>
        <a:lstStyle/>
        <a:p>
          <a:endParaRPr lang="en-US"/>
        </a:p>
      </dgm:t>
    </dgm:pt>
    <dgm:pt modelId="{9B785B3B-B5DF-4F15-B633-FBE81E7EC563}" cxnId="{D9DC3EAA-8986-4DEF-84DC-C96C25A76E6E}" type="sibTrans">
      <dgm:prSet/>
      <dgm:spPr/>
      <dgm:t>
        <a:bodyPr/>
        <a:lstStyle/>
        <a:p>
          <a:endParaRPr lang="en-US"/>
        </a:p>
      </dgm:t>
    </dgm:pt>
    <dgm:pt modelId="{307FFF29-AD70-42CE-85D8-D7F13C2A7F6D}">
      <dgm:prSet/>
      <dgm:spPr/>
      <dgm:t>
        <a:bodyPr/>
        <a:lstStyle/>
        <a:p>
          <a:r>
            <a:rPr lang="en-IN"/>
            <a:t>Next Gen firewalls</a:t>
          </a:r>
          <a:endParaRPr lang="en-US"/>
        </a:p>
      </dgm:t>
    </dgm:pt>
    <dgm:pt modelId="{CB82E69C-3E52-40DC-B439-B0D9D7F125DC}" cxnId="{335FBDD9-F1B8-4064-AF79-3D44EE690E44}" type="parTrans">
      <dgm:prSet/>
      <dgm:spPr/>
      <dgm:t>
        <a:bodyPr/>
        <a:lstStyle/>
        <a:p>
          <a:endParaRPr lang="en-US"/>
        </a:p>
      </dgm:t>
    </dgm:pt>
    <dgm:pt modelId="{EADDF049-EEC0-4A5F-9110-754352D84C9B}" cxnId="{335FBDD9-F1B8-4064-AF79-3D44EE690E44}" type="sibTrans">
      <dgm:prSet/>
      <dgm:spPr/>
      <dgm:t>
        <a:bodyPr/>
        <a:lstStyle/>
        <a:p>
          <a:endParaRPr lang="en-US"/>
        </a:p>
      </dgm:t>
    </dgm:pt>
    <dgm:pt modelId="{290D7783-D448-4C99-8B2A-7B74177F1A32}">
      <dgm:prSet/>
      <dgm:spPr/>
      <dgm:t>
        <a:bodyPr/>
        <a:lstStyle/>
        <a:p>
          <a:r>
            <a:rPr lang="en-IN"/>
            <a:t>Next gen Endpoints</a:t>
          </a:r>
          <a:endParaRPr lang="en-US"/>
        </a:p>
      </dgm:t>
    </dgm:pt>
    <dgm:pt modelId="{4D722556-7C73-4998-A38D-7DF6383C526B}" cxnId="{6660107D-2A71-4006-8783-DBE15D845CB4}" type="parTrans">
      <dgm:prSet/>
      <dgm:spPr/>
      <dgm:t>
        <a:bodyPr/>
        <a:lstStyle/>
        <a:p>
          <a:endParaRPr lang="en-US"/>
        </a:p>
      </dgm:t>
    </dgm:pt>
    <dgm:pt modelId="{1492C314-C5B7-4FEF-807B-482D4DF6B904}" cxnId="{6660107D-2A71-4006-8783-DBE15D845CB4}" type="sibTrans">
      <dgm:prSet/>
      <dgm:spPr/>
      <dgm:t>
        <a:bodyPr/>
        <a:lstStyle/>
        <a:p>
          <a:endParaRPr lang="en-US"/>
        </a:p>
      </dgm:t>
    </dgm:pt>
    <dgm:pt modelId="{6CB01D0A-B6A4-4269-8CD7-1A95313C067E}">
      <dgm:prSet/>
      <dgm:spPr/>
      <dgm:t>
        <a:bodyPr/>
        <a:lstStyle/>
        <a:p>
          <a:r>
            <a:rPr lang="en-IN"/>
            <a:t>Threat hunting and Intelligence </a:t>
          </a:r>
          <a:endParaRPr lang="en-US"/>
        </a:p>
      </dgm:t>
    </dgm:pt>
    <dgm:pt modelId="{D9E8C839-1353-4696-9C2F-4EE0549066CB}" cxnId="{905FFEA7-E81E-4A4B-BA46-A6B197BD1584}" type="parTrans">
      <dgm:prSet/>
      <dgm:spPr/>
      <dgm:t>
        <a:bodyPr/>
        <a:lstStyle/>
        <a:p>
          <a:endParaRPr lang="en-US"/>
        </a:p>
      </dgm:t>
    </dgm:pt>
    <dgm:pt modelId="{1D616336-5015-4CAF-9EBA-D5A54A441F88}" cxnId="{905FFEA7-E81E-4A4B-BA46-A6B197BD1584}" type="sibTrans">
      <dgm:prSet/>
      <dgm:spPr/>
      <dgm:t>
        <a:bodyPr/>
        <a:lstStyle/>
        <a:p>
          <a:endParaRPr lang="en-US"/>
        </a:p>
      </dgm:t>
    </dgm:pt>
    <dgm:pt modelId="{CBA1BC6A-D31B-4B07-B9F2-A417640C36A0}">
      <dgm:prSet/>
      <dgm:spPr/>
      <dgm:t>
        <a:bodyPr/>
        <a:lstStyle/>
        <a:p>
          <a:r>
            <a:rPr lang="en-IN"/>
            <a:t>Security Orchestration and Automation</a:t>
          </a:r>
          <a:endParaRPr lang="en-US"/>
        </a:p>
      </dgm:t>
    </dgm:pt>
    <dgm:pt modelId="{92B7A2D0-77B9-4692-AA4A-A0B53E8BEA82}" cxnId="{540BF763-EC90-4B79-B4D4-E6D6423F9F65}" type="parTrans">
      <dgm:prSet/>
      <dgm:spPr/>
      <dgm:t>
        <a:bodyPr/>
        <a:lstStyle/>
        <a:p>
          <a:endParaRPr lang="en-US"/>
        </a:p>
      </dgm:t>
    </dgm:pt>
    <dgm:pt modelId="{ACCDDB43-0561-4CAD-B9C1-B2C1C07A042D}" cxnId="{540BF763-EC90-4B79-B4D4-E6D6423F9F65}" type="sibTrans">
      <dgm:prSet/>
      <dgm:spPr/>
      <dgm:t>
        <a:bodyPr/>
        <a:lstStyle/>
        <a:p>
          <a:endParaRPr lang="en-US"/>
        </a:p>
      </dgm:t>
    </dgm:pt>
    <dgm:pt modelId="{2E7BFDBA-0628-49E2-99C0-FD2862D0F600}">
      <dgm:prSet/>
      <dgm:spPr/>
      <dgm:t>
        <a:bodyPr/>
        <a:lstStyle/>
        <a:p>
          <a:r>
            <a:rPr lang="en-IN"/>
            <a:t>Cloud security</a:t>
          </a:r>
          <a:endParaRPr lang="en-US"/>
        </a:p>
      </dgm:t>
    </dgm:pt>
    <dgm:pt modelId="{A24B30C0-A182-4957-8146-EC4DCF52013D}" cxnId="{E172923E-2A40-4C1B-8412-7C6C1845078D}" type="parTrans">
      <dgm:prSet/>
      <dgm:spPr/>
      <dgm:t>
        <a:bodyPr/>
        <a:lstStyle/>
        <a:p>
          <a:endParaRPr lang="en-US"/>
        </a:p>
      </dgm:t>
    </dgm:pt>
    <dgm:pt modelId="{2B8B8168-C4E4-49B5-BEB2-C8F725F23E60}" cxnId="{E172923E-2A40-4C1B-8412-7C6C1845078D}" type="sibTrans">
      <dgm:prSet/>
      <dgm:spPr/>
      <dgm:t>
        <a:bodyPr/>
        <a:lstStyle/>
        <a:p>
          <a:endParaRPr lang="en-US"/>
        </a:p>
      </dgm:t>
    </dgm:pt>
    <dgm:pt modelId="{DBCF3D21-A9B3-46E1-AD8B-D2EE508AB2A2}">
      <dgm:prSet/>
      <dgm:spPr/>
      <dgm:t>
        <a:bodyPr/>
        <a:lstStyle/>
        <a:p>
          <a:r>
            <a:rPr lang="en-IN"/>
            <a:t>SASE and Work from home</a:t>
          </a:r>
          <a:endParaRPr lang="en-US"/>
        </a:p>
      </dgm:t>
    </dgm:pt>
    <dgm:pt modelId="{25DF7803-B4BB-4275-96E9-A27BACDA3FCD}" cxnId="{87BAD4E6-6CC8-41FE-B81A-90D202766BDD}" type="parTrans">
      <dgm:prSet/>
      <dgm:spPr/>
      <dgm:t>
        <a:bodyPr/>
        <a:lstStyle/>
        <a:p>
          <a:endParaRPr lang="en-US"/>
        </a:p>
      </dgm:t>
    </dgm:pt>
    <dgm:pt modelId="{7969AD1F-2734-4297-BA52-05C2EC4555F0}" cxnId="{87BAD4E6-6CC8-41FE-B81A-90D202766BDD}" type="sibTrans">
      <dgm:prSet/>
      <dgm:spPr/>
      <dgm:t>
        <a:bodyPr/>
        <a:lstStyle/>
        <a:p>
          <a:endParaRPr lang="en-US"/>
        </a:p>
      </dgm:t>
    </dgm:pt>
    <dgm:pt modelId="{B0371608-0E2C-473D-ADC7-777BAEBF4451}">
      <dgm:prSet/>
      <dgm:spPr/>
      <dgm:t>
        <a:bodyPr/>
        <a:lstStyle/>
        <a:p>
          <a:r>
            <a:rPr lang="en-IN"/>
            <a:t>SAAS based email security </a:t>
          </a:r>
          <a:endParaRPr lang="en-US"/>
        </a:p>
      </dgm:t>
    </dgm:pt>
    <dgm:pt modelId="{B7F37120-E951-4F61-B9B4-F406596EC1DD}" cxnId="{F176A2CB-76D3-4146-8C5F-924A7C0FE826}" type="parTrans">
      <dgm:prSet/>
      <dgm:spPr/>
      <dgm:t>
        <a:bodyPr/>
        <a:lstStyle/>
        <a:p>
          <a:endParaRPr lang="en-US"/>
        </a:p>
      </dgm:t>
    </dgm:pt>
    <dgm:pt modelId="{6E066FEA-0ADB-4D66-A09A-FB99CB2BD06B}" cxnId="{F176A2CB-76D3-4146-8C5F-924A7C0FE826}" type="sibTrans">
      <dgm:prSet/>
      <dgm:spPr/>
      <dgm:t>
        <a:bodyPr/>
        <a:lstStyle/>
        <a:p>
          <a:endParaRPr lang="en-US"/>
        </a:p>
      </dgm:t>
    </dgm:pt>
    <dgm:pt modelId="{384C9D35-FC2B-41F6-8BB6-BA33D8FC3764}" type="pres">
      <dgm:prSet presAssocID="{5E6A5AC9-AE47-4316-8030-8B2C43FEE9E0}" presName="root" presStyleCnt="0">
        <dgm:presLayoutVars>
          <dgm:dir/>
          <dgm:resizeHandles val="exact"/>
        </dgm:presLayoutVars>
      </dgm:prSet>
      <dgm:spPr/>
    </dgm:pt>
    <dgm:pt modelId="{8D27DD25-0331-4F11-8969-496EE02E1B02}" type="pres">
      <dgm:prSet presAssocID="{DE5091EA-78AD-4E40-B4DF-CB31F5090165}" presName="compNode" presStyleCnt="0"/>
      <dgm:spPr/>
    </dgm:pt>
    <dgm:pt modelId="{9DE9DEB1-F55F-4811-A95A-C3E3CE649A99}" type="pres">
      <dgm:prSet presAssocID="{DE5091EA-78AD-4E40-B4DF-CB31F5090165}" presName="bgRect" presStyleLbl="bgShp" presStyleIdx="0" presStyleCnt="8"/>
      <dgm:spPr/>
    </dgm:pt>
    <dgm:pt modelId="{4DF606A1-C795-4C1E-A867-E66F43314023}" type="pres">
      <dgm:prSet presAssocID="{DE5091EA-78AD-4E40-B4DF-CB31F5090165}"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0FCDB466-42B3-46FA-A3DD-6DC6E2995406}" type="pres">
      <dgm:prSet presAssocID="{DE5091EA-78AD-4E40-B4DF-CB31F5090165}" presName="spaceRect" presStyleCnt="0"/>
      <dgm:spPr/>
    </dgm:pt>
    <dgm:pt modelId="{23706E8E-779B-4B76-8115-E0F6AECD765E}" type="pres">
      <dgm:prSet presAssocID="{DE5091EA-78AD-4E40-B4DF-CB31F5090165}" presName="parTx" presStyleLbl="revTx" presStyleIdx="0" presStyleCnt="8">
        <dgm:presLayoutVars>
          <dgm:chMax val="0"/>
          <dgm:chPref val="0"/>
        </dgm:presLayoutVars>
      </dgm:prSet>
      <dgm:spPr/>
    </dgm:pt>
    <dgm:pt modelId="{1E60B809-28C3-4C0C-90DD-F9F608AD34C4}" type="pres">
      <dgm:prSet presAssocID="{9B785B3B-B5DF-4F15-B633-FBE81E7EC563}" presName="sibTrans" presStyleCnt="0"/>
      <dgm:spPr/>
    </dgm:pt>
    <dgm:pt modelId="{1DD5C5AF-EAFA-4E90-AF03-8793124CE664}" type="pres">
      <dgm:prSet presAssocID="{307FFF29-AD70-42CE-85D8-D7F13C2A7F6D}" presName="compNode" presStyleCnt="0"/>
      <dgm:spPr/>
    </dgm:pt>
    <dgm:pt modelId="{B4F7D972-E4A0-4D3C-8C05-995BBFFA7315}" type="pres">
      <dgm:prSet presAssocID="{307FFF29-AD70-42CE-85D8-D7F13C2A7F6D}" presName="bgRect" presStyleLbl="bgShp" presStyleIdx="1" presStyleCnt="8"/>
      <dgm:spPr/>
    </dgm:pt>
    <dgm:pt modelId="{FF50158A-C7AB-4AEC-B5FC-8F27501FA7CA}" type="pres">
      <dgm:prSet presAssocID="{307FFF29-AD70-42CE-85D8-D7F13C2A7F6D}"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13F73080-CC39-4F03-B51F-941DE3D705AC}" type="pres">
      <dgm:prSet presAssocID="{307FFF29-AD70-42CE-85D8-D7F13C2A7F6D}" presName="spaceRect" presStyleCnt="0"/>
      <dgm:spPr/>
    </dgm:pt>
    <dgm:pt modelId="{7F77C4CB-5709-40AD-BB17-6D8E33DD2DD2}" type="pres">
      <dgm:prSet presAssocID="{307FFF29-AD70-42CE-85D8-D7F13C2A7F6D}" presName="parTx" presStyleLbl="revTx" presStyleIdx="1" presStyleCnt="8">
        <dgm:presLayoutVars>
          <dgm:chMax val="0"/>
          <dgm:chPref val="0"/>
        </dgm:presLayoutVars>
      </dgm:prSet>
      <dgm:spPr/>
    </dgm:pt>
    <dgm:pt modelId="{918EEABA-F30C-444E-9F84-0CB2606B7758}" type="pres">
      <dgm:prSet presAssocID="{EADDF049-EEC0-4A5F-9110-754352D84C9B}" presName="sibTrans" presStyleCnt="0"/>
      <dgm:spPr/>
    </dgm:pt>
    <dgm:pt modelId="{FD6F5F87-7290-4F50-93E2-0050BA574111}" type="pres">
      <dgm:prSet presAssocID="{290D7783-D448-4C99-8B2A-7B74177F1A32}" presName="compNode" presStyleCnt="0"/>
      <dgm:spPr/>
    </dgm:pt>
    <dgm:pt modelId="{2DF548A0-5589-4E6C-8628-B445E07DE0E9}" type="pres">
      <dgm:prSet presAssocID="{290D7783-D448-4C99-8B2A-7B74177F1A32}" presName="bgRect" presStyleLbl="bgShp" presStyleIdx="2" presStyleCnt="8"/>
      <dgm:spPr/>
    </dgm:pt>
    <dgm:pt modelId="{799630CB-700F-405E-8B74-A3DB4F6EA7F0}" type="pres">
      <dgm:prSet presAssocID="{290D7783-D448-4C99-8B2A-7B74177F1A3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42A8F8D2-522E-48BB-9C4B-B9FE7CEEDDD7}" type="pres">
      <dgm:prSet presAssocID="{290D7783-D448-4C99-8B2A-7B74177F1A32}" presName="spaceRect" presStyleCnt="0"/>
      <dgm:spPr/>
    </dgm:pt>
    <dgm:pt modelId="{A9430CA3-3320-4591-9CA8-5467608B87CD}" type="pres">
      <dgm:prSet presAssocID="{290D7783-D448-4C99-8B2A-7B74177F1A32}" presName="parTx" presStyleLbl="revTx" presStyleIdx="2" presStyleCnt="8">
        <dgm:presLayoutVars>
          <dgm:chMax val="0"/>
          <dgm:chPref val="0"/>
        </dgm:presLayoutVars>
      </dgm:prSet>
      <dgm:spPr/>
    </dgm:pt>
    <dgm:pt modelId="{4CDBFC6A-8D71-40B2-956B-6D61C2FEEC81}" type="pres">
      <dgm:prSet presAssocID="{1492C314-C5B7-4FEF-807B-482D4DF6B904}" presName="sibTrans" presStyleCnt="0"/>
      <dgm:spPr/>
    </dgm:pt>
    <dgm:pt modelId="{B5CCA698-8A07-416F-A364-1853E36083F0}" type="pres">
      <dgm:prSet presAssocID="{6CB01D0A-B6A4-4269-8CD7-1A95313C067E}" presName="compNode" presStyleCnt="0"/>
      <dgm:spPr/>
    </dgm:pt>
    <dgm:pt modelId="{1605741E-B52C-49E6-8CC4-7D06574C80CA}" type="pres">
      <dgm:prSet presAssocID="{6CB01D0A-B6A4-4269-8CD7-1A95313C067E}" presName="bgRect" presStyleLbl="bgShp" presStyleIdx="3" presStyleCnt="8"/>
      <dgm:spPr/>
    </dgm:pt>
    <dgm:pt modelId="{85437134-037A-4FEC-9203-B700B0CD9F0E}" type="pres">
      <dgm:prSet presAssocID="{6CB01D0A-B6A4-4269-8CD7-1A95313C067E}"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pt>
    <dgm:pt modelId="{F449CFD9-BF6B-4194-895E-CC1F7335DE63}" type="pres">
      <dgm:prSet presAssocID="{6CB01D0A-B6A4-4269-8CD7-1A95313C067E}" presName="spaceRect" presStyleCnt="0"/>
      <dgm:spPr/>
    </dgm:pt>
    <dgm:pt modelId="{EB62AFF0-865F-450D-BED8-FAF7DF6B943C}" type="pres">
      <dgm:prSet presAssocID="{6CB01D0A-B6A4-4269-8CD7-1A95313C067E}" presName="parTx" presStyleLbl="revTx" presStyleIdx="3" presStyleCnt="8">
        <dgm:presLayoutVars>
          <dgm:chMax val="0"/>
          <dgm:chPref val="0"/>
        </dgm:presLayoutVars>
      </dgm:prSet>
      <dgm:spPr/>
    </dgm:pt>
    <dgm:pt modelId="{C57995AF-55D6-443F-B008-2E2D7CC819D5}" type="pres">
      <dgm:prSet presAssocID="{1D616336-5015-4CAF-9EBA-D5A54A441F88}" presName="sibTrans" presStyleCnt="0"/>
      <dgm:spPr/>
    </dgm:pt>
    <dgm:pt modelId="{4FF35799-FB6E-466B-B0B0-D8A3AFE9F13C}" type="pres">
      <dgm:prSet presAssocID="{CBA1BC6A-D31B-4B07-B9F2-A417640C36A0}" presName="compNode" presStyleCnt="0"/>
      <dgm:spPr/>
    </dgm:pt>
    <dgm:pt modelId="{3D42FEAF-80EF-463C-9293-41F10FBBD035}" type="pres">
      <dgm:prSet presAssocID="{CBA1BC6A-D31B-4B07-B9F2-A417640C36A0}" presName="bgRect" presStyleLbl="bgShp" presStyleIdx="4" presStyleCnt="8"/>
      <dgm:spPr/>
    </dgm:pt>
    <dgm:pt modelId="{7E9A86C6-0EB7-4DFC-9159-087C7FE07CB2}" type="pres">
      <dgm:prSet presAssocID="{CBA1BC6A-D31B-4B07-B9F2-A417640C36A0}"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pt>
    <dgm:pt modelId="{A8E451E0-E8C2-4928-A492-FCD8AECB2CA5}" type="pres">
      <dgm:prSet presAssocID="{CBA1BC6A-D31B-4B07-B9F2-A417640C36A0}" presName="spaceRect" presStyleCnt="0"/>
      <dgm:spPr/>
    </dgm:pt>
    <dgm:pt modelId="{34BCBDB9-0DAB-4A34-8A97-1DA5FB018CAA}" type="pres">
      <dgm:prSet presAssocID="{CBA1BC6A-D31B-4B07-B9F2-A417640C36A0}" presName="parTx" presStyleLbl="revTx" presStyleIdx="4" presStyleCnt="8">
        <dgm:presLayoutVars>
          <dgm:chMax val="0"/>
          <dgm:chPref val="0"/>
        </dgm:presLayoutVars>
      </dgm:prSet>
      <dgm:spPr/>
    </dgm:pt>
    <dgm:pt modelId="{DB74CF31-499C-47CB-AD1F-BD66BB03DE4B}" type="pres">
      <dgm:prSet presAssocID="{ACCDDB43-0561-4CAD-B9C1-B2C1C07A042D}" presName="sibTrans" presStyleCnt="0"/>
      <dgm:spPr/>
    </dgm:pt>
    <dgm:pt modelId="{ED97B5AB-769E-4355-BB12-AE3BEACD8B63}" type="pres">
      <dgm:prSet presAssocID="{2E7BFDBA-0628-49E2-99C0-FD2862D0F600}" presName="compNode" presStyleCnt="0"/>
      <dgm:spPr/>
    </dgm:pt>
    <dgm:pt modelId="{C9E6EAEC-BA83-4001-9CCD-8FDB7F0D3AD8}" type="pres">
      <dgm:prSet presAssocID="{2E7BFDBA-0628-49E2-99C0-FD2862D0F600}" presName="bgRect" presStyleLbl="bgShp" presStyleIdx="5" presStyleCnt="8"/>
      <dgm:spPr/>
    </dgm:pt>
    <dgm:pt modelId="{45C00505-69A9-45F6-8A13-21FCAE30DA72}" type="pres">
      <dgm:prSet presAssocID="{2E7BFDBA-0628-49E2-99C0-FD2862D0F600}"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pt>
    <dgm:pt modelId="{89DC9908-0AC8-454B-9BD5-CFB22B045614}" type="pres">
      <dgm:prSet presAssocID="{2E7BFDBA-0628-49E2-99C0-FD2862D0F600}" presName="spaceRect" presStyleCnt="0"/>
      <dgm:spPr/>
    </dgm:pt>
    <dgm:pt modelId="{AECA3E6E-A358-4752-B162-C69AE7076D03}" type="pres">
      <dgm:prSet presAssocID="{2E7BFDBA-0628-49E2-99C0-FD2862D0F600}" presName="parTx" presStyleLbl="revTx" presStyleIdx="5" presStyleCnt="8">
        <dgm:presLayoutVars>
          <dgm:chMax val="0"/>
          <dgm:chPref val="0"/>
        </dgm:presLayoutVars>
      </dgm:prSet>
      <dgm:spPr/>
    </dgm:pt>
    <dgm:pt modelId="{A053DD58-5F1C-4214-986C-8C9E4A553383}" type="pres">
      <dgm:prSet presAssocID="{2B8B8168-C4E4-49B5-BEB2-C8F725F23E60}" presName="sibTrans" presStyleCnt="0"/>
      <dgm:spPr/>
    </dgm:pt>
    <dgm:pt modelId="{5CED9835-31A8-4425-A6A0-605D961259CC}" type="pres">
      <dgm:prSet presAssocID="{DBCF3D21-A9B3-46E1-AD8B-D2EE508AB2A2}" presName="compNode" presStyleCnt="0"/>
      <dgm:spPr/>
    </dgm:pt>
    <dgm:pt modelId="{D00A9BE2-C685-48E7-A3E0-C76F77B9281D}" type="pres">
      <dgm:prSet presAssocID="{DBCF3D21-A9B3-46E1-AD8B-D2EE508AB2A2}" presName="bgRect" presStyleLbl="bgShp" presStyleIdx="6" presStyleCnt="8"/>
      <dgm:spPr/>
    </dgm:pt>
    <dgm:pt modelId="{2B311862-1646-4FFE-8716-8EF9C388FCF5}" type="pres">
      <dgm:prSet presAssocID="{DBCF3D21-A9B3-46E1-AD8B-D2EE508AB2A2}"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pt>
    <dgm:pt modelId="{0121BDAE-5D36-4D25-850E-E369A3D8E590}" type="pres">
      <dgm:prSet presAssocID="{DBCF3D21-A9B3-46E1-AD8B-D2EE508AB2A2}" presName="spaceRect" presStyleCnt="0"/>
      <dgm:spPr/>
    </dgm:pt>
    <dgm:pt modelId="{1472E177-0A0A-48C6-B0B8-B3447182D71D}" type="pres">
      <dgm:prSet presAssocID="{DBCF3D21-A9B3-46E1-AD8B-D2EE508AB2A2}" presName="parTx" presStyleLbl="revTx" presStyleIdx="6" presStyleCnt="8">
        <dgm:presLayoutVars>
          <dgm:chMax val="0"/>
          <dgm:chPref val="0"/>
        </dgm:presLayoutVars>
      </dgm:prSet>
      <dgm:spPr/>
    </dgm:pt>
    <dgm:pt modelId="{58EDA336-CC03-49EF-84FA-3CAD51E0C55F}" type="pres">
      <dgm:prSet presAssocID="{7969AD1F-2734-4297-BA52-05C2EC4555F0}" presName="sibTrans" presStyleCnt="0"/>
      <dgm:spPr/>
    </dgm:pt>
    <dgm:pt modelId="{78B36DFD-4C11-4DBE-B323-41BB10969E88}" type="pres">
      <dgm:prSet presAssocID="{B0371608-0E2C-473D-ADC7-777BAEBF4451}" presName="compNode" presStyleCnt="0"/>
      <dgm:spPr/>
    </dgm:pt>
    <dgm:pt modelId="{6066CAA7-941B-4378-9C43-E0F8FCDE3E27}" type="pres">
      <dgm:prSet presAssocID="{B0371608-0E2C-473D-ADC7-777BAEBF4451}" presName="bgRect" presStyleLbl="bgShp" presStyleIdx="7" presStyleCnt="8"/>
      <dgm:spPr/>
    </dgm:pt>
    <dgm:pt modelId="{54ECE61A-FCBF-4E8A-AD6E-22A5E7354805}" type="pres">
      <dgm:prSet presAssocID="{B0371608-0E2C-473D-ADC7-777BAEBF4451}"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pt>
    <dgm:pt modelId="{945CFDB1-1810-4BA7-975C-5DB408DD0734}" type="pres">
      <dgm:prSet presAssocID="{B0371608-0E2C-473D-ADC7-777BAEBF4451}" presName="spaceRect" presStyleCnt="0"/>
      <dgm:spPr/>
    </dgm:pt>
    <dgm:pt modelId="{2827662F-F011-4DC1-973F-479D19E4578A}" type="pres">
      <dgm:prSet presAssocID="{B0371608-0E2C-473D-ADC7-777BAEBF4451}" presName="parTx" presStyleLbl="revTx" presStyleIdx="7" presStyleCnt="8">
        <dgm:presLayoutVars>
          <dgm:chMax val="0"/>
          <dgm:chPref val="0"/>
        </dgm:presLayoutVars>
      </dgm:prSet>
      <dgm:spPr/>
    </dgm:pt>
  </dgm:ptLst>
  <dgm:cxnLst>
    <dgm:cxn modelId="{B5FE0B19-3091-4644-8BA0-21C5F17C8C83}" type="presOf" srcId="{290D7783-D448-4C99-8B2A-7B74177F1A32}" destId="{A9430CA3-3320-4591-9CA8-5467608B87CD}" srcOrd="0" destOrd="0" presId="urn:microsoft.com/office/officeart/2018/2/layout/IconVerticalSolidList"/>
    <dgm:cxn modelId="{E172923E-2A40-4C1B-8412-7C6C1845078D}" srcId="{5E6A5AC9-AE47-4316-8030-8B2C43FEE9E0}" destId="{2E7BFDBA-0628-49E2-99C0-FD2862D0F600}" srcOrd="5" destOrd="0" parTransId="{A24B30C0-A182-4957-8146-EC4DCF52013D}" sibTransId="{2B8B8168-C4E4-49B5-BEB2-C8F725F23E60}"/>
    <dgm:cxn modelId="{540BF763-EC90-4B79-B4D4-E6D6423F9F65}" srcId="{5E6A5AC9-AE47-4316-8030-8B2C43FEE9E0}" destId="{CBA1BC6A-D31B-4B07-B9F2-A417640C36A0}" srcOrd="4" destOrd="0" parTransId="{92B7A2D0-77B9-4692-AA4A-A0B53E8BEA82}" sibTransId="{ACCDDB43-0561-4CAD-B9C1-B2C1C07A042D}"/>
    <dgm:cxn modelId="{0867B975-8E8A-4CAB-9521-6C5C0BC38BE7}" type="presOf" srcId="{2E7BFDBA-0628-49E2-99C0-FD2862D0F600}" destId="{AECA3E6E-A358-4752-B162-C69AE7076D03}" srcOrd="0" destOrd="0" presId="urn:microsoft.com/office/officeart/2018/2/layout/IconVerticalSolidList"/>
    <dgm:cxn modelId="{9D35A258-0F2D-4BDA-A2D4-7D42B16E6127}" type="presOf" srcId="{DBCF3D21-A9B3-46E1-AD8B-D2EE508AB2A2}" destId="{1472E177-0A0A-48C6-B0B8-B3447182D71D}" srcOrd="0" destOrd="0" presId="urn:microsoft.com/office/officeart/2018/2/layout/IconVerticalSolidList"/>
    <dgm:cxn modelId="{6660107D-2A71-4006-8783-DBE15D845CB4}" srcId="{5E6A5AC9-AE47-4316-8030-8B2C43FEE9E0}" destId="{290D7783-D448-4C99-8B2A-7B74177F1A32}" srcOrd="2" destOrd="0" parTransId="{4D722556-7C73-4998-A38D-7DF6383C526B}" sibTransId="{1492C314-C5B7-4FEF-807B-482D4DF6B904}"/>
    <dgm:cxn modelId="{FA17C984-DF6E-42DF-B9E0-7E373BD7B7C8}" type="presOf" srcId="{B0371608-0E2C-473D-ADC7-777BAEBF4451}" destId="{2827662F-F011-4DC1-973F-479D19E4578A}" srcOrd="0" destOrd="0" presId="urn:microsoft.com/office/officeart/2018/2/layout/IconVerticalSolidList"/>
    <dgm:cxn modelId="{905FFEA7-E81E-4A4B-BA46-A6B197BD1584}" srcId="{5E6A5AC9-AE47-4316-8030-8B2C43FEE9E0}" destId="{6CB01D0A-B6A4-4269-8CD7-1A95313C067E}" srcOrd="3" destOrd="0" parTransId="{D9E8C839-1353-4696-9C2F-4EE0549066CB}" sibTransId="{1D616336-5015-4CAF-9EBA-D5A54A441F88}"/>
    <dgm:cxn modelId="{D9DC3EAA-8986-4DEF-84DC-C96C25A76E6E}" srcId="{5E6A5AC9-AE47-4316-8030-8B2C43FEE9E0}" destId="{DE5091EA-78AD-4E40-B4DF-CB31F5090165}" srcOrd="0" destOrd="0" parTransId="{3995DC10-3C32-45A3-8B00-2ACCACA662C4}" sibTransId="{9B785B3B-B5DF-4F15-B633-FBE81E7EC563}"/>
    <dgm:cxn modelId="{1EF9A3B6-FB86-4594-8224-2AE0491EF415}" type="presOf" srcId="{307FFF29-AD70-42CE-85D8-D7F13C2A7F6D}" destId="{7F77C4CB-5709-40AD-BB17-6D8E33DD2DD2}" srcOrd="0" destOrd="0" presId="urn:microsoft.com/office/officeart/2018/2/layout/IconVerticalSolidList"/>
    <dgm:cxn modelId="{6A6953B9-DA93-4E65-AB77-7D53FBCD81DC}" type="presOf" srcId="{6CB01D0A-B6A4-4269-8CD7-1A95313C067E}" destId="{EB62AFF0-865F-450D-BED8-FAF7DF6B943C}" srcOrd="0" destOrd="0" presId="urn:microsoft.com/office/officeart/2018/2/layout/IconVerticalSolidList"/>
    <dgm:cxn modelId="{F176A2CB-76D3-4146-8C5F-924A7C0FE826}" srcId="{5E6A5AC9-AE47-4316-8030-8B2C43FEE9E0}" destId="{B0371608-0E2C-473D-ADC7-777BAEBF4451}" srcOrd="7" destOrd="0" parTransId="{B7F37120-E951-4F61-B9B4-F406596EC1DD}" sibTransId="{6E066FEA-0ADB-4D66-A09A-FB99CB2BD06B}"/>
    <dgm:cxn modelId="{A41014CC-F4FF-4E7F-AB87-6702D2CB7D9C}" type="presOf" srcId="{5E6A5AC9-AE47-4316-8030-8B2C43FEE9E0}" destId="{384C9D35-FC2B-41F6-8BB6-BA33D8FC3764}" srcOrd="0" destOrd="0" presId="urn:microsoft.com/office/officeart/2018/2/layout/IconVerticalSolidList"/>
    <dgm:cxn modelId="{44DDB5CE-5A92-44A9-8796-C8EEC51E74AF}" type="presOf" srcId="{CBA1BC6A-D31B-4B07-B9F2-A417640C36A0}" destId="{34BCBDB9-0DAB-4A34-8A97-1DA5FB018CAA}" srcOrd="0" destOrd="0" presId="urn:microsoft.com/office/officeart/2018/2/layout/IconVerticalSolidList"/>
    <dgm:cxn modelId="{335FBDD9-F1B8-4064-AF79-3D44EE690E44}" srcId="{5E6A5AC9-AE47-4316-8030-8B2C43FEE9E0}" destId="{307FFF29-AD70-42CE-85D8-D7F13C2A7F6D}" srcOrd="1" destOrd="0" parTransId="{CB82E69C-3E52-40DC-B439-B0D9D7F125DC}" sibTransId="{EADDF049-EEC0-4A5F-9110-754352D84C9B}"/>
    <dgm:cxn modelId="{79BD74DF-F0E7-4C85-BE0B-391C7AADEAC7}" type="presOf" srcId="{DE5091EA-78AD-4E40-B4DF-CB31F5090165}" destId="{23706E8E-779B-4B76-8115-E0F6AECD765E}" srcOrd="0" destOrd="0" presId="urn:microsoft.com/office/officeart/2018/2/layout/IconVerticalSolidList"/>
    <dgm:cxn modelId="{87BAD4E6-6CC8-41FE-B81A-90D202766BDD}" srcId="{5E6A5AC9-AE47-4316-8030-8B2C43FEE9E0}" destId="{DBCF3D21-A9B3-46E1-AD8B-D2EE508AB2A2}" srcOrd="6" destOrd="0" parTransId="{25DF7803-B4BB-4275-96E9-A27BACDA3FCD}" sibTransId="{7969AD1F-2734-4297-BA52-05C2EC4555F0}"/>
    <dgm:cxn modelId="{48AAA646-AF14-4F83-8A89-DB4321087018}" type="presParOf" srcId="{384C9D35-FC2B-41F6-8BB6-BA33D8FC3764}" destId="{8D27DD25-0331-4F11-8969-496EE02E1B02}" srcOrd="0" destOrd="0" presId="urn:microsoft.com/office/officeart/2018/2/layout/IconVerticalSolidList"/>
    <dgm:cxn modelId="{5FF07614-8941-43A7-8FBA-140758C5555F}" type="presParOf" srcId="{8D27DD25-0331-4F11-8969-496EE02E1B02}" destId="{9DE9DEB1-F55F-4811-A95A-C3E3CE649A99}" srcOrd="0" destOrd="0" presId="urn:microsoft.com/office/officeart/2018/2/layout/IconVerticalSolidList"/>
    <dgm:cxn modelId="{0CAF6497-DBEE-4456-9AE0-B36FEFCB1D71}" type="presParOf" srcId="{8D27DD25-0331-4F11-8969-496EE02E1B02}" destId="{4DF606A1-C795-4C1E-A867-E66F43314023}" srcOrd="1" destOrd="0" presId="urn:microsoft.com/office/officeart/2018/2/layout/IconVerticalSolidList"/>
    <dgm:cxn modelId="{62E05ABF-12F2-4CCE-A681-6DB6B2DF1305}" type="presParOf" srcId="{8D27DD25-0331-4F11-8969-496EE02E1B02}" destId="{0FCDB466-42B3-46FA-A3DD-6DC6E2995406}" srcOrd="2" destOrd="0" presId="urn:microsoft.com/office/officeart/2018/2/layout/IconVerticalSolidList"/>
    <dgm:cxn modelId="{92FD4A4D-8918-4EE7-AD17-1951A1B173EF}" type="presParOf" srcId="{8D27DD25-0331-4F11-8969-496EE02E1B02}" destId="{23706E8E-779B-4B76-8115-E0F6AECD765E}" srcOrd="3" destOrd="0" presId="urn:microsoft.com/office/officeart/2018/2/layout/IconVerticalSolidList"/>
    <dgm:cxn modelId="{6BE28164-59A3-403F-AE65-EB1966BDD727}" type="presParOf" srcId="{384C9D35-FC2B-41F6-8BB6-BA33D8FC3764}" destId="{1E60B809-28C3-4C0C-90DD-F9F608AD34C4}" srcOrd="1" destOrd="0" presId="urn:microsoft.com/office/officeart/2018/2/layout/IconVerticalSolidList"/>
    <dgm:cxn modelId="{5F33E271-1E85-4171-9584-F496EC95D8C3}" type="presParOf" srcId="{384C9D35-FC2B-41F6-8BB6-BA33D8FC3764}" destId="{1DD5C5AF-EAFA-4E90-AF03-8793124CE664}" srcOrd="2" destOrd="0" presId="urn:microsoft.com/office/officeart/2018/2/layout/IconVerticalSolidList"/>
    <dgm:cxn modelId="{CE65C7E0-703A-4B3F-A2BA-619A9834450E}" type="presParOf" srcId="{1DD5C5AF-EAFA-4E90-AF03-8793124CE664}" destId="{B4F7D972-E4A0-4D3C-8C05-995BBFFA7315}" srcOrd="0" destOrd="0" presId="urn:microsoft.com/office/officeart/2018/2/layout/IconVerticalSolidList"/>
    <dgm:cxn modelId="{B2ED7775-7190-4E48-8D77-E2892242D8EC}" type="presParOf" srcId="{1DD5C5AF-EAFA-4E90-AF03-8793124CE664}" destId="{FF50158A-C7AB-4AEC-B5FC-8F27501FA7CA}" srcOrd="1" destOrd="0" presId="urn:microsoft.com/office/officeart/2018/2/layout/IconVerticalSolidList"/>
    <dgm:cxn modelId="{453FDC7A-9DF8-4A4E-83FD-6F0503109A02}" type="presParOf" srcId="{1DD5C5AF-EAFA-4E90-AF03-8793124CE664}" destId="{13F73080-CC39-4F03-B51F-941DE3D705AC}" srcOrd="2" destOrd="0" presId="urn:microsoft.com/office/officeart/2018/2/layout/IconVerticalSolidList"/>
    <dgm:cxn modelId="{751BF637-BA7C-4D0A-BE19-07814AE27F4A}" type="presParOf" srcId="{1DD5C5AF-EAFA-4E90-AF03-8793124CE664}" destId="{7F77C4CB-5709-40AD-BB17-6D8E33DD2DD2}" srcOrd="3" destOrd="0" presId="urn:microsoft.com/office/officeart/2018/2/layout/IconVerticalSolidList"/>
    <dgm:cxn modelId="{429D7F8A-7AA9-4D4F-9AD7-A6EA6B4A798E}" type="presParOf" srcId="{384C9D35-FC2B-41F6-8BB6-BA33D8FC3764}" destId="{918EEABA-F30C-444E-9F84-0CB2606B7758}" srcOrd="3" destOrd="0" presId="urn:microsoft.com/office/officeart/2018/2/layout/IconVerticalSolidList"/>
    <dgm:cxn modelId="{FF7C9F6F-D9B9-4575-AD0D-B234FAC1BF22}" type="presParOf" srcId="{384C9D35-FC2B-41F6-8BB6-BA33D8FC3764}" destId="{FD6F5F87-7290-4F50-93E2-0050BA574111}" srcOrd="4" destOrd="0" presId="urn:microsoft.com/office/officeart/2018/2/layout/IconVerticalSolidList"/>
    <dgm:cxn modelId="{B4D4B9A2-92C3-44AF-B526-D93FD0BF4DAA}" type="presParOf" srcId="{FD6F5F87-7290-4F50-93E2-0050BA574111}" destId="{2DF548A0-5589-4E6C-8628-B445E07DE0E9}" srcOrd="0" destOrd="0" presId="urn:microsoft.com/office/officeart/2018/2/layout/IconVerticalSolidList"/>
    <dgm:cxn modelId="{C3DD0576-1D79-41BD-881B-1489C21AA53E}" type="presParOf" srcId="{FD6F5F87-7290-4F50-93E2-0050BA574111}" destId="{799630CB-700F-405E-8B74-A3DB4F6EA7F0}" srcOrd="1" destOrd="0" presId="urn:microsoft.com/office/officeart/2018/2/layout/IconVerticalSolidList"/>
    <dgm:cxn modelId="{E7C68DF3-3C76-4D3D-A117-0851BDCA7B56}" type="presParOf" srcId="{FD6F5F87-7290-4F50-93E2-0050BA574111}" destId="{42A8F8D2-522E-48BB-9C4B-B9FE7CEEDDD7}" srcOrd="2" destOrd="0" presId="urn:microsoft.com/office/officeart/2018/2/layout/IconVerticalSolidList"/>
    <dgm:cxn modelId="{6B34E4F2-2D64-4200-B4D4-E813CB16B892}" type="presParOf" srcId="{FD6F5F87-7290-4F50-93E2-0050BA574111}" destId="{A9430CA3-3320-4591-9CA8-5467608B87CD}" srcOrd="3" destOrd="0" presId="urn:microsoft.com/office/officeart/2018/2/layout/IconVerticalSolidList"/>
    <dgm:cxn modelId="{D7B92394-5C98-42B1-972C-ADB88D58B796}" type="presParOf" srcId="{384C9D35-FC2B-41F6-8BB6-BA33D8FC3764}" destId="{4CDBFC6A-8D71-40B2-956B-6D61C2FEEC81}" srcOrd="5" destOrd="0" presId="urn:microsoft.com/office/officeart/2018/2/layout/IconVerticalSolidList"/>
    <dgm:cxn modelId="{E924BFF8-CEE2-4D38-93D3-AFB695256D4E}" type="presParOf" srcId="{384C9D35-FC2B-41F6-8BB6-BA33D8FC3764}" destId="{B5CCA698-8A07-416F-A364-1853E36083F0}" srcOrd="6" destOrd="0" presId="urn:microsoft.com/office/officeart/2018/2/layout/IconVerticalSolidList"/>
    <dgm:cxn modelId="{82B5B9CE-9491-4897-BF59-E05321F70981}" type="presParOf" srcId="{B5CCA698-8A07-416F-A364-1853E36083F0}" destId="{1605741E-B52C-49E6-8CC4-7D06574C80CA}" srcOrd="0" destOrd="0" presId="urn:microsoft.com/office/officeart/2018/2/layout/IconVerticalSolidList"/>
    <dgm:cxn modelId="{8DC8E395-175A-4119-A3B6-C7476E58EF7A}" type="presParOf" srcId="{B5CCA698-8A07-416F-A364-1853E36083F0}" destId="{85437134-037A-4FEC-9203-B700B0CD9F0E}" srcOrd="1" destOrd="0" presId="urn:microsoft.com/office/officeart/2018/2/layout/IconVerticalSolidList"/>
    <dgm:cxn modelId="{AD90E96F-2DC3-426B-995A-4EDB5C388B78}" type="presParOf" srcId="{B5CCA698-8A07-416F-A364-1853E36083F0}" destId="{F449CFD9-BF6B-4194-895E-CC1F7335DE63}" srcOrd="2" destOrd="0" presId="urn:microsoft.com/office/officeart/2018/2/layout/IconVerticalSolidList"/>
    <dgm:cxn modelId="{74CB216D-0084-4E42-BAA1-1E0FC1C8A1DC}" type="presParOf" srcId="{B5CCA698-8A07-416F-A364-1853E36083F0}" destId="{EB62AFF0-865F-450D-BED8-FAF7DF6B943C}" srcOrd="3" destOrd="0" presId="urn:microsoft.com/office/officeart/2018/2/layout/IconVerticalSolidList"/>
    <dgm:cxn modelId="{7920C427-6852-4A73-B814-78FD3E283886}" type="presParOf" srcId="{384C9D35-FC2B-41F6-8BB6-BA33D8FC3764}" destId="{C57995AF-55D6-443F-B008-2E2D7CC819D5}" srcOrd="7" destOrd="0" presId="urn:microsoft.com/office/officeart/2018/2/layout/IconVerticalSolidList"/>
    <dgm:cxn modelId="{357CEBA7-D87A-4DB5-9AE3-524C592EE1F2}" type="presParOf" srcId="{384C9D35-FC2B-41F6-8BB6-BA33D8FC3764}" destId="{4FF35799-FB6E-466B-B0B0-D8A3AFE9F13C}" srcOrd="8" destOrd="0" presId="urn:microsoft.com/office/officeart/2018/2/layout/IconVerticalSolidList"/>
    <dgm:cxn modelId="{9A6A6FD1-4C22-4CE4-A702-F6D0246C1E1F}" type="presParOf" srcId="{4FF35799-FB6E-466B-B0B0-D8A3AFE9F13C}" destId="{3D42FEAF-80EF-463C-9293-41F10FBBD035}" srcOrd="0" destOrd="0" presId="urn:microsoft.com/office/officeart/2018/2/layout/IconVerticalSolidList"/>
    <dgm:cxn modelId="{03C559D9-CDFB-4670-824D-507A07E64862}" type="presParOf" srcId="{4FF35799-FB6E-466B-B0B0-D8A3AFE9F13C}" destId="{7E9A86C6-0EB7-4DFC-9159-087C7FE07CB2}" srcOrd="1" destOrd="0" presId="urn:microsoft.com/office/officeart/2018/2/layout/IconVerticalSolidList"/>
    <dgm:cxn modelId="{B0DAAF78-BF0B-490A-90BC-B7A12F44C93A}" type="presParOf" srcId="{4FF35799-FB6E-466B-B0B0-D8A3AFE9F13C}" destId="{A8E451E0-E8C2-4928-A492-FCD8AECB2CA5}" srcOrd="2" destOrd="0" presId="urn:microsoft.com/office/officeart/2018/2/layout/IconVerticalSolidList"/>
    <dgm:cxn modelId="{F05BAED5-B873-4D60-8389-2F94A921E3AE}" type="presParOf" srcId="{4FF35799-FB6E-466B-B0B0-D8A3AFE9F13C}" destId="{34BCBDB9-0DAB-4A34-8A97-1DA5FB018CAA}" srcOrd="3" destOrd="0" presId="urn:microsoft.com/office/officeart/2018/2/layout/IconVerticalSolidList"/>
    <dgm:cxn modelId="{1C380D77-4AED-4A0E-8125-1B684E77F0DB}" type="presParOf" srcId="{384C9D35-FC2B-41F6-8BB6-BA33D8FC3764}" destId="{DB74CF31-499C-47CB-AD1F-BD66BB03DE4B}" srcOrd="9" destOrd="0" presId="urn:microsoft.com/office/officeart/2018/2/layout/IconVerticalSolidList"/>
    <dgm:cxn modelId="{BFA78020-DABD-4E08-A476-5BE568160A09}" type="presParOf" srcId="{384C9D35-FC2B-41F6-8BB6-BA33D8FC3764}" destId="{ED97B5AB-769E-4355-BB12-AE3BEACD8B63}" srcOrd="10" destOrd="0" presId="urn:microsoft.com/office/officeart/2018/2/layout/IconVerticalSolidList"/>
    <dgm:cxn modelId="{B63936B4-DD94-4A0D-B5CD-03439FC31C38}" type="presParOf" srcId="{ED97B5AB-769E-4355-BB12-AE3BEACD8B63}" destId="{C9E6EAEC-BA83-4001-9CCD-8FDB7F0D3AD8}" srcOrd="0" destOrd="0" presId="urn:microsoft.com/office/officeart/2018/2/layout/IconVerticalSolidList"/>
    <dgm:cxn modelId="{CD80D917-B2AE-4856-9D31-CEFCFF82808C}" type="presParOf" srcId="{ED97B5AB-769E-4355-BB12-AE3BEACD8B63}" destId="{45C00505-69A9-45F6-8A13-21FCAE30DA72}" srcOrd="1" destOrd="0" presId="urn:microsoft.com/office/officeart/2018/2/layout/IconVerticalSolidList"/>
    <dgm:cxn modelId="{362F6C44-1A0A-4DFD-B7DC-CBB1CA21FE19}" type="presParOf" srcId="{ED97B5AB-769E-4355-BB12-AE3BEACD8B63}" destId="{89DC9908-0AC8-454B-9BD5-CFB22B045614}" srcOrd="2" destOrd="0" presId="urn:microsoft.com/office/officeart/2018/2/layout/IconVerticalSolidList"/>
    <dgm:cxn modelId="{F7F090E8-597E-4DEB-997F-F637E527A48A}" type="presParOf" srcId="{ED97B5AB-769E-4355-BB12-AE3BEACD8B63}" destId="{AECA3E6E-A358-4752-B162-C69AE7076D03}" srcOrd="3" destOrd="0" presId="urn:microsoft.com/office/officeart/2018/2/layout/IconVerticalSolidList"/>
    <dgm:cxn modelId="{179906DD-3603-4791-A464-3BA091D3A6A2}" type="presParOf" srcId="{384C9D35-FC2B-41F6-8BB6-BA33D8FC3764}" destId="{A053DD58-5F1C-4214-986C-8C9E4A553383}" srcOrd="11" destOrd="0" presId="urn:microsoft.com/office/officeart/2018/2/layout/IconVerticalSolidList"/>
    <dgm:cxn modelId="{BA44C2FE-6004-4F43-9E7F-51E6833AA6BE}" type="presParOf" srcId="{384C9D35-FC2B-41F6-8BB6-BA33D8FC3764}" destId="{5CED9835-31A8-4425-A6A0-605D961259CC}" srcOrd="12" destOrd="0" presId="urn:microsoft.com/office/officeart/2018/2/layout/IconVerticalSolidList"/>
    <dgm:cxn modelId="{507B4B60-7ABF-4838-AA08-D5AA062471FB}" type="presParOf" srcId="{5CED9835-31A8-4425-A6A0-605D961259CC}" destId="{D00A9BE2-C685-48E7-A3E0-C76F77B9281D}" srcOrd="0" destOrd="0" presId="urn:microsoft.com/office/officeart/2018/2/layout/IconVerticalSolidList"/>
    <dgm:cxn modelId="{FAE6FBBC-4B2E-4DDD-8A13-4E172E5A50E6}" type="presParOf" srcId="{5CED9835-31A8-4425-A6A0-605D961259CC}" destId="{2B311862-1646-4FFE-8716-8EF9C388FCF5}" srcOrd="1" destOrd="0" presId="urn:microsoft.com/office/officeart/2018/2/layout/IconVerticalSolidList"/>
    <dgm:cxn modelId="{BF7E19BA-4DF7-4BA6-8B39-36F1DC946436}" type="presParOf" srcId="{5CED9835-31A8-4425-A6A0-605D961259CC}" destId="{0121BDAE-5D36-4D25-850E-E369A3D8E590}" srcOrd="2" destOrd="0" presId="urn:microsoft.com/office/officeart/2018/2/layout/IconVerticalSolidList"/>
    <dgm:cxn modelId="{1E1FD287-9987-4E0B-BB2F-4118802EB9B7}" type="presParOf" srcId="{5CED9835-31A8-4425-A6A0-605D961259CC}" destId="{1472E177-0A0A-48C6-B0B8-B3447182D71D}" srcOrd="3" destOrd="0" presId="urn:microsoft.com/office/officeart/2018/2/layout/IconVerticalSolidList"/>
    <dgm:cxn modelId="{E44E5CAB-E683-4F6E-B3CF-EB7445E91B91}" type="presParOf" srcId="{384C9D35-FC2B-41F6-8BB6-BA33D8FC3764}" destId="{58EDA336-CC03-49EF-84FA-3CAD51E0C55F}" srcOrd="13" destOrd="0" presId="urn:microsoft.com/office/officeart/2018/2/layout/IconVerticalSolidList"/>
    <dgm:cxn modelId="{4F8340D5-BF9F-4E1D-9F57-65D694AE47D6}" type="presParOf" srcId="{384C9D35-FC2B-41F6-8BB6-BA33D8FC3764}" destId="{78B36DFD-4C11-4DBE-B323-41BB10969E88}" srcOrd="14" destOrd="0" presId="urn:microsoft.com/office/officeart/2018/2/layout/IconVerticalSolidList"/>
    <dgm:cxn modelId="{3D1E7947-7C8E-4AD5-A572-DAFF2B1819EC}" type="presParOf" srcId="{78B36DFD-4C11-4DBE-B323-41BB10969E88}" destId="{6066CAA7-941B-4378-9C43-E0F8FCDE3E27}" srcOrd="0" destOrd="0" presId="urn:microsoft.com/office/officeart/2018/2/layout/IconVerticalSolidList"/>
    <dgm:cxn modelId="{6072B4A8-B808-4C8E-8A77-FF012698D700}" type="presParOf" srcId="{78B36DFD-4C11-4DBE-B323-41BB10969E88}" destId="{54ECE61A-FCBF-4E8A-AD6E-22A5E7354805}" srcOrd="1" destOrd="0" presId="urn:microsoft.com/office/officeart/2018/2/layout/IconVerticalSolidList"/>
    <dgm:cxn modelId="{4537EB44-BD79-484C-A735-1BBD5F449109}" type="presParOf" srcId="{78B36DFD-4C11-4DBE-B323-41BB10969E88}" destId="{945CFDB1-1810-4BA7-975C-5DB408DD0734}" srcOrd="2" destOrd="0" presId="urn:microsoft.com/office/officeart/2018/2/layout/IconVerticalSolidList"/>
    <dgm:cxn modelId="{7942BDDE-B290-4978-884D-B6F741A6FB49}" type="presParOf" srcId="{78B36DFD-4C11-4DBE-B323-41BB10969E88}" destId="{2827662F-F011-4DC1-973F-479D19E4578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83F1425-2635-4FBF-814C-3A9E7D1DF242}" type="doc">
      <dgm:prSet loTypeId="urn:microsoft.com/office/officeart/2018/2/layout/IconVerticalSolidList" loCatId="icon" qsTypeId="urn:microsoft.com/office/officeart/2005/8/quickstyle/simple1#2" qsCatId="simple" csTypeId="urn:microsoft.com/office/officeart/2005/8/colors/accent2_2#2" csCatId="accent2" phldr="1"/>
      <dgm:spPr/>
      <dgm:t>
        <a:bodyPr/>
        <a:lstStyle/>
        <a:p>
          <a:endParaRPr lang="en-US"/>
        </a:p>
      </dgm:t>
    </dgm:pt>
    <dgm:pt modelId="{34207B38-1D66-4864-9C9B-54AC4E95603E}">
      <dgm:prSet/>
      <dgm:spPr/>
      <dgm:t>
        <a:bodyPr/>
        <a:lstStyle/>
        <a:p>
          <a:r>
            <a:rPr lang="en-IN"/>
            <a:t>Enterprise Wifi</a:t>
          </a:r>
          <a:endParaRPr lang="en-US"/>
        </a:p>
      </dgm:t>
    </dgm:pt>
    <dgm:pt modelId="{63EE425E-C3C2-47DB-982B-6E08C8141083}" cxnId="{C33CDCBE-0B30-496D-A520-F8514AB0FAEC}" type="parTrans">
      <dgm:prSet/>
      <dgm:spPr/>
      <dgm:t>
        <a:bodyPr/>
        <a:lstStyle/>
        <a:p>
          <a:endParaRPr lang="en-US"/>
        </a:p>
      </dgm:t>
    </dgm:pt>
    <dgm:pt modelId="{16DFBA6F-C1AC-480A-B1CF-6C83A2F56D68}" cxnId="{C33CDCBE-0B30-496D-A520-F8514AB0FAEC}" type="sibTrans">
      <dgm:prSet/>
      <dgm:spPr/>
      <dgm:t>
        <a:bodyPr/>
        <a:lstStyle/>
        <a:p>
          <a:endParaRPr lang="en-US"/>
        </a:p>
      </dgm:t>
    </dgm:pt>
    <dgm:pt modelId="{B732714F-D5BF-4062-B112-BEB2B7FD4C6F}">
      <dgm:prSet/>
      <dgm:spPr/>
      <dgm:t>
        <a:bodyPr/>
        <a:lstStyle/>
        <a:p>
          <a:r>
            <a:rPr lang="en-IN"/>
            <a:t>Wireless design for e-tailing/warehouses </a:t>
          </a:r>
          <a:endParaRPr lang="en-US"/>
        </a:p>
      </dgm:t>
    </dgm:pt>
    <dgm:pt modelId="{2DE71B0C-7B9A-4B3D-B1AB-CEC39212EAF7}" cxnId="{7CE02ABE-6F02-4951-896B-C5EF44927D5D}" type="parTrans">
      <dgm:prSet/>
      <dgm:spPr/>
      <dgm:t>
        <a:bodyPr/>
        <a:lstStyle/>
        <a:p>
          <a:endParaRPr lang="en-US"/>
        </a:p>
      </dgm:t>
    </dgm:pt>
    <dgm:pt modelId="{4794A251-7941-4AD5-BFB9-85C77D2B180B}" cxnId="{7CE02ABE-6F02-4951-896B-C5EF44927D5D}" type="sibTrans">
      <dgm:prSet/>
      <dgm:spPr/>
      <dgm:t>
        <a:bodyPr/>
        <a:lstStyle/>
        <a:p>
          <a:endParaRPr lang="en-US"/>
        </a:p>
      </dgm:t>
    </dgm:pt>
    <dgm:pt modelId="{C3973E87-3209-4E75-AE49-DC13EBF2AC35}">
      <dgm:prSet/>
      <dgm:spPr/>
      <dgm:t>
        <a:bodyPr/>
        <a:lstStyle/>
        <a:p>
          <a:r>
            <a:rPr lang="en-IN"/>
            <a:t>Enterprise QOS across WAN </a:t>
          </a:r>
          <a:endParaRPr lang="en-US"/>
        </a:p>
      </dgm:t>
    </dgm:pt>
    <dgm:pt modelId="{EF5016C0-325B-40D8-A7E3-BE1F2C5194BF}" cxnId="{7D3EB20E-2016-416C-AB13-54CDAA71DAF6}" type="parTrans">
      <dgm:prSet/>
      <dgm:spPr/>
      <dgm:t>
        <a:bodyPr/>
        <a:lstStyle/>
        <a:p>
          <a:endParaRPr lang="en-US"/>
        </a:p>
      </dgm:t>
    </dgm:pt>
    <dgm:pt modelId="{38A092B8-7D38-428B-9AD2-54187A4DC310}" cxnId="{7D3EB20E-2016-416C-AB13-54CDAA71DAF6}" type="sibTrans">
      <dgm:prSet/>
      <dgm:spPr/>
      <dgm:t>
        <a:bodyPr/>
        <a:lstStyle/>
        <a:p>
          <a:endParaRPr lang="en-US"/>
        </a:p>
      </dgm:t>
    </dgm:pt>
    <dgm:pt modelId="{C6475193-207D-4292-A6E2-4020012ADCF4}">
      <dgm:prSet/>
      <dgm:spPr/>
      <dgm:t>
        <a:bodyPr/>
        <a:lstStyle/>
        <a:p>
          <a:r>
            <a:rPr lang="en-IN"/>
            <a:t>NAC ( network admission  control ) </a:t>
          </a:r>
          <a:endParaRPr lang="en-US"/>
        </a:p>
      </dgm:t>
    </dgm:pt>
    <dgm:pt modelId="{F0F8972C-0722-4FE4-853A-120B31A3555A}" cxnId="{F616B2B1-1DB6-4889-B9D6-45676935AA38}" type="parTrans">
      <dgm:prSet/>
      <dgm:spPr/>
      <dgm:t>
        <a:bodyPr/>
        <a:lstStyle/>
        <a:p>
          <a:endParaRPr lang="en-US"/>
        </a:p>
      </dgm:t>
    </dgm:pt>
    <dgm:pt modelId="{D1D4329A-9C8B-495E-84B1-016E8048E8D0}" cxnId="{F616B2B1-1DB6-4889-B9D6-45676935AA38}" type="sibTrans">
      <dgm:prSet/>
      <dgm:spPr/>
      <dgm:t>
        <a:bodyPr/>
        <a:lstStyle/>
        <a:p>
          <a:endParaRPr lang="en-US"/>
        </a:p>
      </dgm:t>
    </dgm:pt>
    <dgm:pt modelId="{9B3C3EC8-EC2B-4E0D-92ED-461155C2CF40}">
      <dgm:prSet/>
      <dgm:spPr/>
      <dgm:t>
        <a:bodyPr/>
        <a:lstStyle/>
        <a:p>
          <a:r>
            <a:rPr lang="en-IN"/>
            <a:t>Network operations management</a:t>
          </a:r>
          <a:endParaRPr lang="en-US"/>
        </a:p>
      </dgm:t>
    </dgm:pt>
    <dgm:pt modelId="{BFF78E19-17ED-4CB3-AF4F-1003584D6AAE}" cxnId="{AD5E1E07-F0FE-4F50-B469-1194F84D413E}" type="parTrans">
      <dgm:prSet/>
      <dgm:spPr/>
      <dgm:t>
        <a:bodyPr/>
        <a:lstStyle/>
        <a:p>
          <a:endParaRPr lang="en-US"/>
        </a:p>
      </dgm:t>
    </dgm:pt>
    <dgm:pt modelId="{BE7C7390-D477-4D6C-B0FF-DC3C8A7A242D}" cxnId="{AD5E1E07-F0FE-4F50-B469-1194F84D413E}" type="sibTrans">
      <dgm:prSet/>
      <dgm:spPr/>
      <dgm:t>
        <a:bodyPr/>
        <a:lstStyle/>
        <a:p>
          <a:endParaRPr lang="en-US"/>
        </a:p>
      </dgm:t>
    </dgm:pt>
    <dgm:pt modelId="{34722764-10A7-43B1-9134-8DAFFBCEE7A1}" type="pres">
      <dgm:prSet presAssocID="{C83F1425-2635-4FBF-814C-3A9E7D1DF242}" presName="root" presStyleCnt="0">
        <dgm:presLayoutVars>
          <dgm:dir/>
          <dgm:resizeHandles val="exact"/>
        </dgm:presLayoutVars>
      </dgm:prSet>
      <dgm:spPr/>
    </dgm:pt>
    <dgm:pt modelId="{5C2E57B3-FB23-470C-954A-911FD9298376}" type="pres">
      <dgm:prSet presAssocID="{34207B38-1D66-4864-9C9B-54AC4E95603E}" presName="compNode" presStyleCnt="0"/>
      <dgm:spPr/>
    </dgm:pt>
    <dgm:pt modelId="{BCB51560-3E0F-4355-9323-ECF14A03C1A7}" type="pres">
      <dgm:prSet presAssocID="{34207B38-1D66-4864-9C9B-54AC4E95603E}" presName="bgRect" presStyleLbl="bgShp" presStyleIdx="0" presStyleCnt="5"/>
      <dgm:spPr/>
    </dgm:pt>
    <dgm:pt modelId="{BB224904-82D1-4AE2-AE40-3AC02E005E4E}" type="pres">
      <dgm:prSet presAssocID="{34207B38-1D66-4864-9C9B-54AC4E95603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A2EE0096-1192-450B-BAB3-8C7B4DF178A6}" type="pres">
      <dgm:prSet presAssocID="{34207B38-1D66-4864-9C9B-54AC4E95603E}" presName="spaceRect" presStyleCnt="0"/>
      <dgm:spPr/>
    </dgm:pt>
    <dgm:pt modelId="{9A080154-5D7D-476E-8D21-24B53AD2744B}" type="pres">
      <dgm:prSet presAssocID="{34207B38-1D66-4864-9C9B-54AC4E95603E}" presName="parTx" presStyleLbl="revTx" presStyleIdx="0" presStyleCnt="5">
        <dgm:presLayoutVars>
          <dgm:chMax val="0"/>
          <dgm:chPref val="0"/>
        </dgm:presLayoutVars>
      </dgm:prSet>
      <dgm:spPr/>
    </dgm:pt>
    <dgm:pt modelId="{0E847111-C629-475D-B0D1-95D4319DF2C1}" type="pres">
      <dgm:prSet presAssocID="{16DFBA6F-C1AC-480A-B1CF-6C83A2F56D68}" presName="sibTrans" presStyleCnt="0"/>
      <dgm:spPr/>
    </dgm:pt>
    <dgm:pt modelId="{3C1BE41D-575A-44BD-BB54-710C8F964DDB}" type="pres">
      <dgm:prSet presAssocID="{B732714F-D5BF-4062-B112-BEB2B7FD4C6F}" presName="compNode" presStyleCnt="0"/>
      <dgm:spPr/>
    </dgm:pt>
    <dgm:pt modelId="{CAD2AC08-5075-4A63-A862-AA1E7AFFB734}" type="pres">
      <dgm:prSet presAssocID="{B732714F-D5BF-4062-B112-BEB2B7FD4C6F}" presName="bgRect" presStyleLbl="bgShp" presStyleIdx="1" presStyleCnt="5"/>
      <dgm:spPr/>
    </dgm:pt>
    <dgm:pt modelId="{6D4E94CD-7B45-4A5C-9B08-C7020D11C0D1}" type="pres">
      <dgm:prSet presAssocID="{B732714F-D5BF-4062-B112-BEB2B7FD4C6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E8D7EFFF-481A-4FD9-B95A-05769B873FB3}" type="pres">
      <dgm:prSet presAssocID="{B732714F-D5BF-4062-B112-BEB2B7FD4C6F}" presName="spaceRect" presStyleCnt="0"/>
      <dgm:spPr/>
    </dgm:pt>
    <dgm:pt modelId="{2EDF96FE-50C5-4588-9581-12729CE78F20}" type="pres">
      <dgm:prSet presAssocID="{B732714F-D5BF-4062-B112-BEB2B7FD4C6F}" presName="parTx" presStyleLbl="revTx" presStyleIdx="1" presStyleCnt="5">
        <dgm:presLayoutVars>
          <dgm:chMax val="0"/>
          <dgm:chPref val="0"/>
        </dgm:presLayoutVars>
      </dgm:prSet>
      <dgm:spPr/>
    </dgm:pt>
    <dgm:pt modelId="{3C9D91F5-C945-4823-BF12-D0859C957A89}" type="pres">
      <dgm:prSet presAssocID="{4794A251-7941-4AD5-BFB9-85C77D2B180B}" presName="sibTrans" presStyleCnt="0"/>
      <dgm:spPr/>
    </dgm:pt>
    <dgm:pt modelId="{DF1037E4-C756-486E-901F-CCBA76C53742}" type="pres">
      <dgm:prSet presAssocID="{C3973E87-3209-4E75-AE49-DC13EBF2AC35}" presName="compNode" presStyleCnt="0"/>
      <dgm:spPr/>
    </dgm:pt>
    <dgm:pt modelId="{3FBA6DCA-7316-4075-AD94-CF32CF1ED2B9}" type="pres">
      <dgm:prSet presAssocID="{C3973E87-3209-4E75-AE49-DC13EBF2AC35}" presName="bgRect" presStyleLbl="bgShp" presStyleIdx="2" presStyleCnt="5"/>
      <dgm:spPr/>
    </dgm:pt>
    <dgm:pt modelId="{AD9B990D-BEE1-4A22-B023-4873AE1090F6}" type="pres">
      <dgm:prSet presAssocID="{C3973E87-3209-4E75-AE49-DC13EBF2AC3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CF7173F5-40EE-4021-B637-B72DE509C818}" type="pres">
      <dgm:prSet presAssocID="{C3973E87-3209-4E75-AE49-DC13EBF2AC35}" presName="spaceRect" presStyleCnt="0"/>
      <dgm:spPr/>
    </dgm:pt>
    <dgm:pt modelId="{F0FB9130-F1A5-479B-8867-506CCB6F637F}" type="pres">
      <dgm:prSet presAssocID="{C3973E87-3209-4E75-AE49-DC13EBF2AC35}" presName="parTx" presStyleLbl="revTx" presStyleIdx="2" presStyleCnt="5">
        <dgm:presLayoutVars>
          <dgm:chMax val="0"/>
          <dgm:chPref val="0"/>
        </dgm:presLayoutVars>
      </dgm:prSet>
      <dgm:spPr/>
    </dgm:pt>
    <dgm:pt modelId="{55AF9C0A-45A8-4833-8169-3D287E8FC277}" type="pres">
      <dgm:prSet presAssocID="{38A092B8-7D38-428B-9AD2-54187A4DC310}" presName="sibTrans" presStyleCnt="0"/>
      <dgm:spPr/>
    </dgm:pt>
    <dgm:pt modelId="{317B533F-4232-4CDB-A25A-5C71BEF7E298}" type="pres">
      <dgm:prSet presAssocID="{C6475193-207D-4292-A6E2-4020012ADCF4}" presName="compNode" presStyleCnt="0"/>
      <dgm:spPr/>
    </dgm:pt>
    <dgm:pt modelId="{4A85D7A5-F29A-46F9-B714-8D7E6F638FD8}" type="pres">
      <dgm:prSet presAssocID="{C6475193-207D-4292-A6E2-4020012ADCF4}" presName="bgRect" presStyleLbl="bgShp" presStyleIdx="3" presStyleCnt="5"/>
      <dgm:spPr/>
    </dgm:pt>
    <dgm:pt modelId="{1DDD9812-1B14-4A3F-959C-D9D42D76EC4B}" type="pres">
      <dgm:prSet presAssocID="{C6475193-207D-4292-A6E2-4020012ADCF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pt>
    <dgm:pt modelId="{41406D80-1F27-4C64-AB84-F289DD578FCC}" type="pres">
      <dgm:prSet presAssocID="{C6475193-207D-4292-A6E2-4020012ADCF4}" presName="spaceRect" presStyleCnt="0"/>
      <dgm:spPr/>
    </dgm:pt>
    <dgm:pt modelId="{29FD83BE-54E3-445B-862C-1D97FC749290}" type="pres">
      <dgm:prSet presAssocID="{C6475193-207D-4292-A6E2-4020012ADCF4}" presName="parTx" presStyleLbl="revTx" presStyleIdx="3" presStyleCnt="5">
        <dgm:presLayoutVars>
          <dgm:chMax val="0"/>
          <dgm:chPref val="0"/>
        </dgm:presLayoutVars>
      </dgm:prSet>
      <dgm:spPr/>
    </dgm:pt>
    <dgm:pt modelId="{125C4D6D-0E85-4CF8-A0BA-22B1CD0E1FE2}" type="pres">
      <dgm:prSet presAssocID="{D1D4329A-9C8B-495E-84B1-016E8048E8D0}" presName="sibTrans" presStyleCnt="0"/>
      <dgm:spPr/>
    </dgm:pt>
    <dgm:pt modelId="{47E7C4C8-F433-454D-B996-A05B9A68C696}" type="pres">
      <dgm:prSet presAssocID="{9B3C3EC8-EC2B-4E0D-92ED-461155C2CF40}" presName="compNode" presStyleCnt="0"/>
      <dgm:spPr/>
    </dgm:pt>
    <dgm:pt modelId="{7D87174B-E259-4296-B19F-45AB44FFC3AF}" type="pres">
      <dgm:prSet presAssocID="{9B3C3EC8-EC2B-4E0D-92ED-461155C2CF40}" presName="bgRect" presStyleLbl="bgShp" presStyleIdx="4" presStyleCnt="5"/>
      <dgm:spPr/>
    </dgm:pt>
    <dgm:pt modelId="{1C7C84A6-63B3-4920-8415-092E14837BF5}" type="pres">
      <dgm:prSet presAssocID="{9B3C3EC8-EC2B-4E0D-92ED-461155C2CF4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pt>
    <dgm:pt modelId="{07631C00-BF45-4FF8-B1C1-AD4B6DCAE575}" type="pres">
      <dgm:prSet presAssocID="{9B3C3EC8-EC2B-4E0D-92ED-461155C2CF40}" presName="spaceRect" presStyleCnt="0"/>
      <dgm:spPr/>
    </dgm:pt>
    <dgm:pt modelId="{BD69ACE4-BF37-4BAF-88A5-C75CC7DCBE9A}" type="pres">
      <dgm:prSet presAssocID="{9B3C3EC8-EC2B-4E0D-92ED-461155C2CF40}" presName="parTx" presStyleLbl="revTx" presStyleIdx="4" presStyleCnt="5">
        <dgm:presLayoutVars>
          <dgm:chMax val="0"/>
          <dgm:chPref val="0"/>
        </dgm:presLayoutVars>
      </dgm:prSet>
      <dgm:spPr/>
    </dgm:pt>
  </dgm:ptLst>
  <dgm:cxnLst>
    <dgm:cxn modelId="{AD5E1E07-F0FE-4F50-B469-1194F84D413E}" srcId="{C83F1425-2635-4FBF-814C-3A9E7D1DF242}" destId="{9B3C3EC8-EC2B-4E0D-92ED-461155C2CF40}" srcOrd="4" destOrd="0" parTransId="{BFF78E19-17ED-4CB3-AF4F-1003584D6AAE}" sibTransId="{BE7C7390-D477-4D6C-B0FF-DC3C8A7A242D}"/>
    <dgm:cxn modelId="{7D3EB20E-2016-416C-AB13-54CDAA71DAF6}" srcId="{C83F1425-2635-4FBF-814C-3A9E7D1DF242}" destId="{C3973E87-3209-4E75-AE49-DC13EBF2AC35}" srcOrd="2" destOrd="0" parTransId="{EF5016C0-325B-40D8-A7E3-BE1F2C5194BF}" sibTransId="{38A092B8-7D38-428B-9AD2-54187A4DC310}"/>
    <dgm:cxn modelId="{C5696211-FF77-423E-AA14-30E7A9E76883}" type="presOf" srcId="{C83F1425-2635-4FBF-814C-3A9E7D1DF242}" destId="{34722764-10A7-43B1-9134-8DAFFBCEE7A1}" srcOrd="0" destOrd="0" presId="urn:microsoft.com/office/officeart/2018/2/layout/IconVerticalSolidList"/>
    <dgm:cxn modelId="{2173072C-CD0C-42B6-9EA9-FA84307718E9}" type="presOf" srcId="{C3973E87-3209-4E75-AE49-DC13EBF2AC35}" destId="{F0FB9130-F1A5-479B-8867-506CCB6F637F}" srcOrd="0" destOrd="0" presId="urn:microsoft.com/office/officeart/2018/2/layout/IconVerticalSolidList"/>
    <dgm:cxn modelId="{5E06FC45-3718-4642-B68C-03A9F89EFCAC}" type="presOf" srcId="{B732714F-D5BF-4062-B112-BEB2B7FD4C6F}" destId="{2EDF96FE-50C5-4588-9581-12729CE78F20}" srcOrd="0" destOrd="0" presId="urn:microsoft.com/office/officeart/2018/2/layout/IconVerticalSolidList"/>
    <dgm:cxn modelId="{355CAB4A-FAA6-40C3-A9AB-B649CED24E7F}" type="presOf" srcId="{C6475193-207D-4292-A6E2-4020012ADCF4}" destId="{29FD83BE-54E3-445B-862C-1D97FC749290}" srcOrd="0" destOrd="0" presId="urn:microsoft.com/office/officeart/2018/2/layout/IconVerticalSolidList"/>
    <dgm:cxn modelId="{FB3B38A5-348C-4BE6-AD32-35CD860FACD7}" type="presOf" srcId="{9B3C3EC8-EC2B-4E0D-92ED-461155C2CF40}" destId="{BD69ACE4-BF37-4BAF-88A5-C75CC7DCBE9A}" srcOrd="0" destOrd="0" presId="urn:microsoft.com/office/officeart/2018/2/layout/IconVerticalSolidList"/>
    <dgm:cxn modelId="{F616B2B1-1DB6-4889-B9D6-45676935AA38}" srcId="{C83F1425-2635-4FBF-814C-3A9E7D1DF242}" destId="{C6475193-207D-4292-A6E2-4020012ADCF4}" srcOrd="3" destOrd="0" parTransId="{F0F8972C-0722-4FE4-853A-120B31A3555A}" sibTransId="{D1D4329A-9C8B-495E-84B1-016E8048E8D0}"/>
    <dgm:cxn modelId="{7CE02ABE-6F02-4951-896B-C5EF44927D5D}" srcId="{C83F1425-2635-4FBF-814C-3A9E7D1DF242}" destId="{B732714F-D5BF-4062-B112-BEB2B7FD4C6F}" srcOrd="1" destOrd="0" parTransId="{2DE71B0C-7B9A-4B3D-B1AB-CEC39212EAF7}" sibTransId="{4794A251-7941-4AD5-BFB9-85C77D2B180B}"/>
    <dgm:cxn modelId="{C33CDCBE-0B30-496D-A520-F8514AB0FAEC}" srcId="{C83F1425-2635-4FBF-814C-3A9E7D1DF242}" destId="{34207B38-1D66-4864-9C9B-54AC4E95603E}" srcOrd="0" destOrd="0" parTransId="{63EE425E-C3C2-47DB-982B-6E08C8141083}" sibTransId="{16DFBA6F-C1AC-480A-B1CF-6C83A2F56D68}"/>
    <dgm:cxn modelId="{13664BF3-1868-4A4D-A267-175561FC65E0}" type="presOf" srcId="{34207B38-1D66-4864-9C9B-54AC4E95603E}" destId="{9A080154-5D7D-476E-8D21-24B53AD2744B}" srcOrd="0" destOrd="0" presId="urn:microsoft.com/office/officeart/2018/2/layout/IconVerticalSolidList"/>
    <dgm:cxn modelId="{440D840A-974B-4A2A-A6FA-4C6DA3C87E0C}" type="presParOf" srcId="{34722764-10A7-43B1-9134-8DAFFBCEE7A1}" destId="{5C2E57B3-FB23-470C-954A-911FD9298376}" srcOrd="0" destOrd="0" presId="urn:microsoft.com/office/officeart/2018/2/layout/IconVerticalSolidList"/>
    <dgm:cxn modelId="{CAE5A9A5-C765-48F5-B11D-E9B2AC6A0ACE}" type="presParOf" srcId="{5C2E57B3-FB23-470C-954A-911FD9298376}" destId="{BCB51560-3E0F-4355-9323-ECF14A03C1A7}" srcOrd="0" destOrd="0" presId="urn:microsoft.com/office/officeart/2018/2/layout/IconVerticalSolidList"/>
    <dgm:cxn modelId="{59EB3614-DF2E-46CB-A498-E19A7385F020}" type="presParOf" srcId="{5C2E57B3-FB23-470C-954A-911FD9298376}" destId="{BB224904-82D1-4AE2-AE40-3AC02E005E4E}" srcOrd="1" destOrd="0" presId="urn:microsoft.com/office/officeart/2018/2/layout/IconVerticalSolidList"/>
    <dgm:cxn modelId="{B7418192-67C2-4FE3-8908-3C3AABF6C089}" type="presParOf" srcId="{5C2E57B3-FB23-470C-954A-911FD9298376}" destId="{A2EE0096-1192-450B-BAB3-8C7B4DF178A6}" srcOrd="2" destOrd="0" presId="urn:microsoft.com/office/officeart/2018/2/layout/IconVerticalSolidList"/>
    <dgm:cxn modelId="{190E2F42-12A7-48F1-BB43-4D22633157E5}" type="presParOf" srcId="{5C2E57B3-FB23-470C-954A-911FD9298376}" destId="{9A080154-5D7D-476E-8D21-24B53AD2744B}" srcOrd="3" destOrd="0" presId="urn:microsoft.com/office/officeart/2018/2/layout/IconVerticalSolidList"/>
    <dgm:cxn modelId="{ACA09CD3-44CC-478A-825D-60B8362B79BD}" type="presParOf" srcId="{34722764-10A7-43B1-9134-8DAFFBCEE7A1}" destId="{0E847111-C629-475D-B0D1-95D4319DF2C1}" srcOrd="1" destOrd="0" presId="urn:microsoft.com/office/officeart/2018/2/layout/IconVerticalSolidList"/>
    <dgm:cxn modelId="{221869C9-4186-4E2E-AB4A-B496C75CF39E}" type="presParOf" srcId="{34722764-10A7-43B1-9134-8DAFFBCEE7A1}" destId="{3C1BE41D-575A-44BD-BB54-710C8F964DDB}" srcOrd="2" destOrd="0" presId="urn:microsoft.com/office/officeart/2018/2/layout/IconVerticalSolidList"/>
    <dgm:cxn modelId="{69985380-491B-411B-94C0-F988CD9BD037}" type="presParOf" srcId="{3C1BE41D-575A-44BD-BB54-710C8F964DDB}" destId="{CAD2AC08-5075-4A63-A862-AA1E7AFFB734}" srcOrd="0" destOrd="0" presId="urn:microsoft.com/office/officeart/2018/2/layout/IconVerticalSolidList"/>
    <dgm:cxn modelId="{C62DE5D5-4A78-492B-A141-0316586AF6E2}" type="presParOf" srcId="{3C1BE41D-575A-44BD-BB54-710C8F964DDB}" destId="{6D4E94CD-7B45-4A5C-9B08-C7020D11C0D1}" srcOrd="1" destOrd="0" presId="urn:microsoft.com/office/officeart/2018/2/layout/IconVerticalSolidList"/>
    <dgm:cxn modelId="{7940F029-DB72-494A-9D74-8EB4DEFED93A}" type="presParOf" srcId="{3C1BE41D-575A-44BD-BB54-710C8F964DDB}" destId="{E8D7EFFF-481A-4FD9-B95A-05769B873FB3}" srcOrd="2" destOrd="0" presId="urn:microsoft.com/office/officeart/2018/2/layout/IconVerticalSolidList"/>
    <dgm:cxn modelId="{1BCF0E09-25C8-4122-9AD1-0F0DC1C45575}" type="presParOf" srcId="{3C1BE41D-575A-44BD-BB54-710C8F964DDB}" destId="{2EDF96FE-50C5-4588-9581-12729CE78F20}" srcOrd="3" destOrd="0" presId="urn:microsoft.com/office/officeart/2018/2/layout/IconVerticalSolidList"/>
    <dgm:cxn modelId="{F074FCB0-E455-4A31-A06A-6DACEBF4C815}" type="presParOf" srcId="{34722764-10A7-43B1-9134-8DAFFBCEE7A1}" destId="{3C9D91F5-C945-4823-BF12-D0859C957A89}" srcOrd="3" destOrd="0" presId="urn:microsoft.com/office/officeart/2018/2/layout/IconVerticalSolidList"/>
    <dgm:cxn modelId="{A6A213D4-2579-418D-8B3D-3034AC6EAA6B}" type="presParOf" srcId="{34722764-10A7-43B1-9134-8DAFFBCEE7A1}" destId="{DF1037E4-C756-486E-901F-CCBA76C53742}" srcOrd="4" destOrd="0" presId="urn:microsoft.com/office/officeart/2018/2/layout/IconVerticalSolidList"/>
    <dgm:cxn modelId="{ACA3F187-7D9F-4DFB-AEEA-1BA213F8CBF5}" type="presParOf" srcId="{DF1037E4-C756-486E-901F-CCBA76C53742}" destId="{3FBA6DCA-7316-4075-AD94-CF32CF1ED2B9}" srcOrd="0" destOrd="0" presId="urn:microsoft.com/office/officeart/2018/2/layout/IconVerticalSolidList"/>
    <dgm:cxn modelId="{56D532F4-1C1C-4F28-9A61-DF04AB265DB7}" type="presParOf" srcId="{DF1037E4-C756-486E-901F-CCBA76C53742}" destId="{AD9B990D-BEE1-4A22-B023-4873AE1090F6}" srcOrd="1" destOrd="0" presId="urn:microsoft.com/office/officeart/2018/2/layout/IconVerticalSolidList"/>
    <dgm:cxn modelId="{85A886FA-17F9-4B2D-8EF1-1A68A3A88FC7}" type="presParOf" srcId="{DF1037E4-C756-486E-901F-CCBA76C53742}" destId="{CF7173F5-40EE-4021-B637-B72DE509C818}" srcOrd="2" destOrd="0" presId="urn:microsoft.com/office/officeart/2018/2/layout/IconVerticalSolidList"/>
    <dgm:cxn modelId="{F1C22BCA-2F7B-4A07-B598-2DE1D5FAFADB}" type="presParOf" srcId="{DF1037E4-C756-486E-901F-CCBA76C53742}" destId="{F0FB9130-F1A5-479B-8867-506CCB6F637F}" srcOrd="3" destOrd="0" presId="urn:microsoft.com/office/officeart/2018/2/layout/IconVerticalSolidList"/>
    <dgm:cxn modelId="{9013F89E-C635-4C07-BA79-BF3534974DEB}" type="presParOf" srcId="{34722764-10A7-43B1-9134-8DAFFBCEE7A1}" destId="{55AF9C0A-45A8-4833-8169-3D287E8FC277}" srcOrd="5" destOrd="0" presId="urn:microsoft.com/office/officeart/2018/2/layout/IconVerticalSolidList"/>
    <dgm:cxn modelId="{1D537BAF-5E52-44E3-9CDC-F98FE2A5B2A8}" type="presParOf" srcId="{34722764-10A7-43B1-9134-8DAFFBCEE7A1}" destId="{317B533F-4232-4CDB-A25A-5C71BEF7E298}" srcOrd="6" destOrd="0" presId="urn:microsoft.com/office/officeart/2018/2/layout/IconVerticalSolidList"/>
    <dgm:cxn modelId="{9FC27DF6-8D9B-49F8-918C-ABBBBFF6FF47}" type="presParOf" srcId="{317B533F-4232-4CDB-A25A-5C71BEF7E298}" destId="{4A85D7A5-F29A-46F9-B714-8D7E6F638FD8}" srcOrd="0" destOrd="0" presId="urn:microsoft.com/office/officeart/2018/2/layout/IconVerticalSolidList"/>
    <dgm:cxn modelId="{242AF564-1F5C-421B-847C-388EB20C8A12}" type="presParOf" srcId="{317B533F-4232-4CDB-A25A-5C71BEF7E298}" destId="{1DDD9812-1B14-4A3F-959C-D9D42D76EC4B}" srcOrd="1" destOrd="0" presId="urn:microsoft.com/office/officeart/2018/2/layout/IconVerticalSolidList"/>
    <dgm:cxn modelId="{C7738D64-44F1-45F7-B6C6-4AAF7D2C960B}" type="presParOf" srcId="{317B533F-4232-4CDB-A25A-5C71BEF7E298}" destId="{41406D80-1F27-4C64-AB84-F289DD578FCC}" srcOrd="2" destOrd="0" presId="urn:microsoft.com/office/officeart/2018/2/layout/IconVerticalSolidList"/>
    <dgm:cxn modelId="{413A667D-5C70-4585-847A-1EE8983869FA}" type="presParOf" srcId="{317B533F-4232-4CDB-A25A-5C71BEF7E298}" destId="{29FD83BE-54E3-445B-862C-1D97FC749290}" srcOrd="3" destOrd="0" presId="urn:microsoft.com/office/officeart/2018/2/layout/IconVerticalSolidList"/>
    <dgm:cxn modelId="{BBD89A92-7CE2-499B-99D0-28A51B6657CB}" type="presParOf" srcId="{34722764-10A7-43B1-9134-8DAFFBCEE7A1}" destId="{125C4D6D-0E85-4CF8-A0BA-22B1CD0E1FE2}" srcOrd="7" destOrd="0" presId="urn:microsoft.com/office/officeart/2018/2/layout/IconVerticalSolidList"/>
    <dgm:cxn modelId="{D3219496-9233-4871-AC13-1E9BB9B55487}" type="presParOf" srcId="{34722764-10A7-43B1-9134-8DAFFBCEE7A1}" destId="{47E7C4C8-F433-454D-B996-A05B9A68C696}" srcOrd="8" destOrd="0" presId="urn:microsoft.com/office/officeart/2018/2/layout/IconVerticalSolidList"/>
    <dgm:cxn modelId="{FFE232F8-AB8E-4939-B46A-F53FB8EC31BD}" type="presParOf" srcId="{47E7C4C8-F433-454D-B996-A05B9A68C696}" destId="{7D87174B-E259-4296-B19F-45AB44FFC3AF}" srcOrd="0" destOrd="0" presId="urn:microsoft.com/office/officeart/2018/2/layout/IconVerticalSolidList"/>
    <dgm:cxn modelId="{880A12D0-DDEB-4007-AECC-58DA78E3188D}" type="presParOf" srcId="{47E7C4C8-F433-454D-B996-A05B9A68C696}" destId="{1C7C84A6-63B3-4920-8415-092E14837BF5}" srcOrd="1" destOrd="0" presId="urn:microsoft.com/office/officeart/2018/2/layout/IconVerticalSolidList"/>
    <dgm:cxn modelId="{387B4C2A-1C9D-471A-A2AA-3D2F6D831070}" type="presParOf" srcId="{47E7C4C8-F433-454D-B996-A05B9A68C696}" destId="{07631C00-BF45-4FF8-B1C1-AD4B6DCAE575}" srcOrd="2" destOrd="0" presId="urn:microsoft.com/office/officeart/2018/2/layout/IconVerticalSolidList"/>
    <dgm:cxn modelId="{B799DD2D-09B0-4064-95E9-695F8B7D9070}" type="presParOf" srcId="{47E7C4C8-F433-454D-B996-A05B9A68C696}" destId="{BD69ACE4-BF37-4BAF-88A5-C75CC7DCBE9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1E03F6-203C-449B-B5FE-5226A39B878B}" type="doc">
      <dgm:prSet loTypeId="urn:microsoft.com/office/officeart/2005/8/layout/vList2#1" loCatId="list" qsTypeId="urn:microsoft.com/office/officeart/2005/8/quickstyle/simple4#1" qsCatId="simple" csTypeId="urn:microsoft.com/office/officeart/2005/8/colors/accent2_2#3" csCatId="accent2"/>
      <dgm:spPr/>
      <dgm:t>
        <a:bodyPr/>
        <a:lstStyle/>
        <a:p>
          <a:endParaRPr lang="en-US"/>
        </a:p>
      </dgm:t>
    </dgm:pt>
    <dgm:pt modelId="{50E728D4-6ACB-42F5-B857-DC5F1FC0ADAD}">
      <dgm:prSet/>
      <dgm:spPr/>
      <dgm:t>
        <a:bodyPr/>
        <a:lstStyle/>
        <a:p>
          <a:r>
            <a:rPr lang="en-IN"/>
            <a:t>Hyperconvergence </a:t>
          </a:r>
          <a:endParaRPr lang="en-US"/>
        </a:p>
      </dgm:t>
    </dgm:pt>
    <dgm:pt modelId="{CA7B8DED-5C2A-401B-9230-1A4D4CB4A395}" cxnId="{A6B4FDDE-2F60-46BC-BCDC-6A546D25E96E}" type="parTrans">
      <dgm:prSet/>
      <dgm:spPr/>
      <dgm:t>
        <a:bodyPr/>
        <a:lstStyle/>
        <a:p>
          <a:endParaRPr lang="en-US"/>
        </a:p>
      </dgm:t>
    </dgm:pt>
    <dgm:pt modelId="{BE9427DD-88B4-4C1A-B12D-BEC9A66412C4}" cxnId="{A6B4FDDE-2F60-46BC-BCDC-6A546D25E96E}" type="sibTrans">
      <dgm:prSet/>
      <dgm:spPr/>
      <dgm:t>
        <a:bodyPr/>
        <a:lstStyle/>
        <a:p>
          <a:endParaRPr lang="en-US"/>
        </a:p>
      </dgm:t>
    </dgm:pt>
    <dgm:pt modelId="{0B8EE9DA-27CA-4504-AB01-0D9D12E23C17}">
      <dgm:prSet/>
      <dgm:spPr/>
      <dgm:t>
        <a:bodyPr/>
        <a:lstStyle/>
        <a:p>
          <a:r>
            <a:rPr lang="en-IN"/>
            <a:t>Enterprise backup </a:t>
          </a:r>
          <a:endParaRPr lang="en-US"/>
        </a:p>
      </dgm:t>
    </dgm:pt>
    <dgm:pt modelId="{64150CA1-2EC6-4C3E-BE52-E73F3CE2C61D}" cxnId="{1E7BD7F1-B115-4E29-906B-459CCFEB71A8}" type="parTrans">
      <dgm:prSet/>
      <dgm:spPr/>
      <dgm:t>
        <a:bodyPr/>
        <a:lstStyle/>
        <a:p>
          <a:endParaRPr lang="en-US"/>
        </a:p>
      </dgm:t>
    </dgm:pt>
    <dgm:pt modelId="{BCAC1A62-6348-407B-B14C-B81527925787}" cxnId="{1E7BD7F1-B115-4E29-906B-459CCFEB71A8}" type="sibTrans">
      <dgm:prSet/>
      <dgm:spPr/>
      <dgm:t>
        <a:bodyPr/>
        <a:lstStyle/>
        <a:p>
          <a:endParaRPr lang="en-US"/>
        </a:p>
      </dgm:t>
    </dgm:pt>
    <dgm:pt modelId="{C3C6A184-4ED0-4F77-96C1-4AD8FC3B8EDB}">
      <dgm:prSet/>
      <dgm:spPr/>
      <dgm:t>
        <a:bodyPr/>
        <a:lstStyle/>
        <a:p>
          <a:r>
            <a:rPr lang="en-IN"/>
            <a:t>Cloud backup </a:t>
          </a:r>
          <a:endParaRPr lang="en-US"/>
        </a:p>
      </dgm:t>
    </dgm:pt>
    <dgm:pt modelId="{8F16DEEA-19EE-4D7A-AC51-5822B58A0735}" cxnId="{87122D46-53C1-428B-8FCD-F5970FF24D52}" type="parTrans">
      <dgm:prSet/>
      <dgm:spPr/>
      <dgm:t>
        <a:bodyPr/>
        <a:lstStyle/>
        <a:p>
          <a:endParaRPr lang="en-US"/>
        </a:p>
      </dgm:t>
    </dgm:pt>
    <dgm:pt modelId="{572C73D8-ED04-428E-AC47-B36B93119B2D}" cxnId="{87122D46-53C1-428B-8FCD-F5970FF24D52}" type="sibTrans">
      <dgm:prSet/>
      <dgm:spPr/>
      <dgm:t>
        <a:bodyPr/>
        <a:lstStyle/>
        <a:p>
          <a:endParaRPr lang="en-US"/>
        </a:p>
      </dgm:t>
    </dgm:pt>
    <dgm:pt modelId="{12D3B2E8-DFFE-4F92-8AC8-E826C43F129F}">
      <dgm:prSet/>
      <dgm:spPr/>
      <dgm:t>
        <a:bodyPr/>
        <a:lstStyle/>
        <a:p>
          <a:r>
            <a:rPr lang="en-IN"/>
            <a:t>PAM( privilege access management )</a:t>
          </a:r>
          <a:endParaRPr lang="en-US"/>
        </a:p>
      </dgm:t>
    </dgm:pt>
    <dgm:pt modelId="{E766AA1B-6BC5-4E74-B6B6-05BAF6B29482}" cxnId="{4C7E29C7-06E5-4FA1-9347-0484A92C6821}" type="parTrans">
      <dgm:prSet/>
      <dgm:spPr/>
      <dgm:t>
        <a:bodyPr/>
        <a:lstStyle/>
        <a:p>
          <a:endParaRPr lang="en-US"/>
        </a:p>
      </dgm:t>
    </dgm:pt>
    <dgm:pt modelId="{D2D680BA-F66D-4936-9BCB-BF22A2569059}" cxnId="{4C7E29C7-06E5-4FA1-9347-0484A92C6821}" type="sibTrans">
      <dgm:prSet/>
      <dgm:spPr/>
      <dgm:t>
        <a:bodyPr/>
        <a:lstStyle/>
        <a:p>
          <a:endParaRPr lang="en-US"/>
        </a:p>
      </dgm:t>
    </dgm:pt>
    <dgm:pt modelId="{777A102A-1474-44E4-AE26-DE12116C1EEA}">
      <dgm:prSet/>
      <dgm:spPr/>
      <dgm:t>
        <a:bodyPr/>
        <a:lstStyle/>
        <a:p>
          <a:r>
            <a:rPr lang="en-IN"/>
            <a:t>DAAS ( VDI as a service)</a:t>
          </a:r>
          <a:endParaRPr lang="en-US"/>
        </a:p>
      </dgm:t>
    </dgm:pt>
    <dgm:pt modelId="{6FA6CD75-5279-435E-80C4-F3154D6C6FA2}" cxnId="{A6F6B72E-7BDE-4002-A52B-2C9755CE7427}" type="parTrans">
      <dgm:prSet/>
      <dgm:spPr/>
      <dgm:t>
        <a:bodyPr/>
        <a:lstStyle/>
        <a:p>
          <a:endParaRPr lang="en-US"/>
        </a:p>
      </dgm:t>
    </dgm:pt>
    <dgm:pt modelId="{404BA601-4ADF-4D64-ADDE-01FA807A7247}" cxnId="{A6F6B72E-7BDE-4002-A52B-2C9755CE7427}" type="sibTrans">
      <dgm:prSet/>
      <dgm:spPr/>
      <dgm:t>
        <a:bodyPr/>
        <a:lstStyle/>
        <a:p>
          <a:endParaRPr lang="en-US"/>
        </a:p>
      </dgm:t>
    </dgm:pt>
    <dgm:pt modelId="{FC27C011-4A0F-486D-A24B-4B90A7CCFF0D}">
      <dgm:prSet/>
      <dgm:spPr/>
      <dgm:t>
        <a:bodyPr/>
        <a:lstStyle/>
        <a:p>
          <a:r>
            <a:rPr lang="en-IN"/>
            <a:t>Cloud Ops optimization</a:t>
          </a:r>
          <a:endParaRPr lang="en-US"/>
        </a:p>
      </dgm:t>
    </dgm:pt>
    <dgm:pt modelId="{E2F922A1-EC37-4F4F-8E87-44565B981AE2}" cxnId="{D2AAB05F-E82F-44FE-804F-78555ED9A190}" type="parTrans">
      <dgm:prSet/>
      <dgm:spPr/>
      <dgm:t>
        <a:bodyPr/>
        <a:lstStyle/>
        <a:p>
          <a:endParaRPr lang="en-US"/>
        </a:p>
      </dgm:t>
    </dgm:pt>
    <dgm:pt modelId="{A503B0B9-33C9-43AD-9413-012B7DB79711}" cxnId="{D2AAB05F-E82F-44FE-804F-78555ED9A190}" type="sibTrans">
      <dgm:prSet/>
      <dgm:spPr/>
      <dgm:t>
        <a:bodyPr/>
        <a:lstStyle/>
        <a:p>
          <a:endParaRPr lang="en-US"/>
        </a:p>
      </dgm:t>
    </dgm:pt>
    <dgm:pt modelId="{4365BD8A-422B-42CB-8CE6-DBFF28573089}">
      <dgm:prSet/>
      <dgm:spPr/>
      <dgm:t>
        <a:bodyPr/>
        <a:lstStyle/>
        <a:p>
          <a:r>
            <a:rPr lang="en-IN"/>
            <a:t>Asset management </a:t>
          </a:r>
          <a:endParaRPr lang="en-US"/>
        </a:p>
      </dgm:t>
    </dgm:pt>
    <dgm:pt modelId="{35D8BB53-1234-4CC4-8357-3FEBA607056E}" cxnId="{80A16198-D9D2-477B-BCFD-4096B2389300}" type="parTrans">
      <dgm:prSet/>
      <dgm:spPr/>
      <dgm:t>
        <a:bodyPr/>
        <a:lstStyle/>
        <a:p>
          <a:endParaRPr lang="en-US"/>
        </a:p>
      </dgm:t>
    </dgm:pt>
    <dgm:pt modelId="{838352E2-25F1-4947-AA24-1D182B1ADFB1}" cxnId="{80A16198-D9D2-477B-BCFD-4096B2389300}" type="sibTrans">
      <dgm:prSet/>
      <dgm:spPr/>
      <dgm:t>
        <a:bodyPr/>
        <a:lstStyle/>
        <a:p>
          <a:endParaRPr lang="en-US"/>
        </a:p>
      </dgm:t>
    </dgm:pt>
    <dgm:pt modelId="{51EB1D94-0BA1-4485-90BF-FE1660E2FAE8}" type="pres">
      <dgm:prSet presAssocID="{EE1E03F6-203C-449B-B5FE-5226A39B878B}" presName="linear" presStyleCnt="0">
        <dgm:presLayoutVars>
          <dgm:animLvl val="lvl"/>
          <dgm:resizeHandles val="exact"/>
        </dgm:presLayoutVars>
      </dgm:prSet>
      <dgm:spPr/>
    </dgm:pt>
    <dgm:pt modelId="{A9AA05AF-DFFE-4088-8277-3DEA26924A47}" type="pres">
      <dgm:prSet presAssocID="{50E728D4-6ACB-42F5-B857-DC5F1FC0ADAD}" presName="parentText" presStyleLbl="node1" presStyleIdx="0" presStyleCnt="7">
        <dgm:presLayoutVars>
          <dgm:chMax val="0"/>
          <dgm:bulletEnabled val="1"/>
        </dgm:presLayoutVars>
      </dgm:prSet>
      <dgm:spPr/>
    </dgm:pt>
    <dgm:pt modelId="{CF7960D6-4AD0-49FB-B93E-4AEA34532AA1}" type="pres">
      <dgm:prSet presAssocID="{BE9427DD-88B4-4C1A-B12D-BEC9A66412C4}" presName="spacer" presStyleCnt="0"/>
      <dgm:spPr/>
    </dgm:pt>
    <dgm:pt modelId="{C0320D92-7070-40AC-8F93-140AA35D8DCE}" type="pres">
      <dgm:prSet presAssocID="{0B8EE9DA-27CA-4504-AB01-0D9D12E23C17}" presName="parentText" presStyleLbl="node1" presStyleIdx="1" presStyleCnt="7">
        <dgm:presLayoutVars>
          <dgm:chMax val="0"/>
          <dgm:bulletEnabled val="1"/>
        </dgm:presLayoutVars>
      </dgm:prSet>
      <dgm:spPr/>
    </dgm:pt>
    <dgm:pt modelId="{BC014CBB-658A-46D8-8560-FEDA9C2D96C3}" type="pres">
      <dgm:prSet presAssocID="{BCAC1A62-6348-407B-B14C-B81527925787}" presName="spacer" presStyleCnt="0"/>
      <dgm:spPr/>
    </dgm:pt>
    <dgm:pt modelId="{48D28B13-1709-4D06-8C0D-5A3CC5184BFF}" type="pres">
      <dgm:prSet presAssocID="{C3C6A184-4ED0-4F77-96C1-4AD8FC3B8EDB}" presName="parentText" presStyleLbl="node1" presStyleIdx="2" presStyleCnt="7">
        <dgm:presLayoutVars>
          <dgm:chMax val="0"/>
          <dgm:bulletEnabled val="1"/>
        </dgm:presLayoutVars>
      </dgm:prSet>
      <dgm:spPr/>
    </dgm:pt>
    <dgm:pt modelId="{9B47142C-4C71-4CAD-ACF5-2F9165CB866C}" type="pres">
      <dgm:prSet presAssocID="{572C73D8-ED04-428E-AC47-B36B93119B2D}" presName="spacer" presStyleCnt="0"/>
      <dgm:spPr/>
    </dgm:pt>
    <dgm:pt modelId="{A556316E-3599-4D91-B1E4-3CF6265625BA}" type="pres">
      <dgm:prSet presAssocID="{12D3B2E8-DFFE-4F92-8AC8-E826C43F129F}" presName="parentText" presStyleLbl="node1" presStyleIdx="3" presStyleCnt="7">
        <dgm:presLayoutVars>
          <dgm:chMax val="0"/>
          <dgm:bulletEnabled val="1"/>
        </dgm:presLayoutVars>
      </dgm:prSet>
      <dgm:spPr/>
    </dgm:pt>
    <dgm:pt modelId="{F88DC545-3B77-4EAF-82F0-FB31AA919665}" type="pres">
      <dgm:prSet presAssocID="{D2D680BA-F66D-4936-9BCB-BF22A2569059}" presName="spacer" presStyleCnt="0"/>
      <dgm:spPr/>
    </dgm:pt>
    <dgm:pt modelId="{08A8F79F-0717-44C4-9A1B-83336668F38D}" type="pres">
      <dgm:prSet presAssocID="{777A102A-1474-44E4-AE26-DE12116C1EEA}" presName="parentText" presStyleLbl="node1" presStyleIdx="4" presStyleCnt="7">
        <dgm:presLayoutVars>
          <dgm:chMax val="0"/>
          <dgm:bulletEnabled val="1"/>
        </dgm:presLayoutVars>
      </dgm:prSet>
      <dgm:spPr/>
    </dgm:pt>
    <dgm:pt modelId="{591CCA28-8844-48DB-BC5E-4E8397CE5192}" type="pres">
      <dgm:prSet presAssocID="{404BA601-4ADF-4D64-ADDE-01FA807A7247}" presName="spacer" presStyleCnt="0"/>
      <dgm:spPr/>
    </dgm:pt>
    <dgm:pt modelId="{BB8B5A66-8468-48A4-8CFE-0B6056FAB16B}" type="pres">
      <dgm:prSet presAssocID="{FC27C011-4A0F-486D-A24B-4B90A7CCFF0D}" presName="parentText" presStyleLbl="node1" presStyleIdx="5" presStyleCnt="7">
        <dgm:presLayoutVars>
          <dgm:chMax val="0"/>
          <dgm:bulletEnabled val="1"/>
        </dgm:presLayoutVars>
      </dgm:prSet>
      <dgm:spPr/>
    </dgm:pt>
    <dgm:pt modelId="{71865F62-689C-411C-A403-6F5FC407C9EC}" type="pres">
      <dgm:prSet presAssocID="{A503B0B9-33C9-43AD-9413-012B7DB79711}" presName="spacer" presStyleCnt="0"/>
      <dgm:spPr/>
    </dgm:pt>
    <dgm:pt modelId="{A3123F6A-C455-439F-8FED-E62EBCF08025}" type="pres">
      <dgm:prSet presAssocID="{4365BD8A-422B-42CB-8CE6-DBFF28573089}" presName="parentText" presStyleLbl="node1" presStyleIdx="6" presStyleCnt="7">
        <dgm:presLayoutVars>
          <dgm:chMax val="0"/>
          <dgm:bulletEnabled val="1"/>
        </dgm:presLayoutVars>
      </dgm:prSet>
      <dgm:spPr/>
    </dgm:pt>
  </dgm:ptLst>
  <dgm:cxnLst>
    <dgm:cxn modelId="{6821041F-CFEB-4ED0-8393-4ECC4B0BEBBB}" type="presOf" srcId="{C3C6A184-4ED0-4F77-96C1-4AD8FC3B8EDB}" destId="{48D28B13-1709-4D06-8C0D-5A3CC5184BFF}" srcOrd="0" destOrd="0" presId="urn:microsoft.com/office/officeart/2005/8/layout/vList2#1"/>
    <dgm:cxn modelId="{3BFF0B25-E150-4F94-A8BD-1C6C98930AA4}" type="presOf" srcId="{777A102A-1474-44E4-AE26-DE12116C1EEA}" destId="{08A8F79F-0717-44C4-9A1B-83336668F38D}" srcOrd="0" destOrd="0" presId="urn:microsoft.com/office/officeart/2005/8/layout/vList2#1"/>
    <dgm:cxn modelId="{A6F6B72E-7BDE-4002-A52B-2C9755CE7427}" srcId="{EE1E03F6-203C-449B-B5FE-5226A39B878B}" destId="{777A102A-1474-44E4-AE26-DE12116C1EEA}" srcOrd="4" destOrd="0" parTransId="{6FA6CD75-5279-435E-80C4-F3154D6C6FA2}" sibTransId="{404BA601-4ADF-4D64-ADDE-01FA807A7247}"/>
    <dgm:cxn modelId="{03687D5D-07ED-4C15-BA1C-676C9D319138}" type="presOf" srcId="{FC27C011-4A0F-486D-A24B-4B90A7CCFF0D}" destId="{BB8B5A66-8468-48A4-8CFE-0B6056FAB16B}" srcOrd="0" destOrd="0" presId="urn:microsoft.com/office/officeart/2005/8/layout/vList2#1"/>
    <dgm:cxn modelId="{D2AAB05F-E82F-44FE-804F-78555ED9A190}" srcId="{EE1E03F6-203C-449B-B5FE-5226A39B878B}" destId="{FC27C011-4A0F-486D-A24B-4B90A7CCFF0D}" srcOrd="5" destOrd="0" parTransId="{E2F922A1-EC37-4F4F-8E87-44565B981AE2}" sibTransId="{A503B0B9-33C9-43AD-9413-012B7DB79711}"/>
    <dgm:cxn modelId="{8017D262-F18C-44AB-83BB-157966DCFF18}" type="presOf" srcId="{EE1E03F6-203C-449B-B5FE-5226A39B878B}" destId="{51EB1D94-0BA1-4485-90BF-FE1660E2FAE8}" srcOrd="0" destOrd="0" presId="urn:microsoft.com/office/officeart/2005/8/layout/vList2#1"/>
    <dgm:cxn modelId="{87122D46-53C1-428B-8FCD-F5970FF24D52}" srcId="{EE1E03F6-203C-449B-B5FE-5226A39B878B}" destId="{C3C6A184-4ED0-4F77-96C1-4AD8FC3B8EDB}" srcOrd="2" destOrd="0" parTransId="{8F16DEEA-19EE-4D7A-AC51-5822B58A0735}" sibTransId="{572C73D8-ED04-428E-AC47-B36B93119B2D}"/>
    <dgm:cxn modelId="{1347C44E-0CE4-41C5-A319-D9A52D68CA83}" type="presOf" srcId="{12D3B2E8-DFFE-4F92-8AC8-E826C43F129F}" destId="{A556316E-3599-4D91-B1E4-3CF6265625BA}" srcOrd="0" destOrd="0" presId="urn:microsoft.com/office/officeart/2005/8/layout/vList2#1"/>
    <dgm:cxn modelId="{21EFD47D-0BDD-485C-B754-84426AD1821E}" type="presOf" srcId="{0B8EE9DA-27CA-4504-AB01-0D9D12E23C17}" destId="{C0320D92-7070-40AC-8F93-140AA35D8DCE}" srcOrd="0" destOrd="0" presId="urn:microsoft.com/office/officeart/2005/8/layout/vList2#1"/>
    <dgm:cxn modelId="{80A16198-D9D2-477B-BCFD-4096B2389300}" srcId="{EE1E03F6-203C-449B-B5FE-5226A39B878B}" destId="{4365BD8A-422B-42CB-8CE6-DBFF28573089}" srcOrd="6" destOrd="0" parTransId="{35D8BB53-1234-4CC4-8357-3FEBA607056E}" sibTransId="{838352E2-25F1-4947-AA24-1D182B1ADFB1}"/>
    <dgm:cxn modelId="{2ADCD2A4-221F-41B3-8DEB-6DCF89F059D7}" type="presOf" srcId="{50E728D4-6ACB-42F5-B857-DC5F1FC0ADAD}" destId="{A9AA05AF-DFFE-4088-8277-3DEA26924A47}" srcOrd="0" destOrd="0" presId="urn:microsoft.com/office/officeart/2005/8/layout/vList2#1"/>
    <dgm:cxn modelId="{4C7E29C7-06E5-4FA1-9347-0484A92C6821}" srcId="{EE1E03F6-203C-449B-B5FE-5226A39B878B}" destId="{12D3B2E8-DFFE-4F92-8AC8-E826C43F129F}" srcOrd="3" destOrd="0" parTransId="{E766AA1B-6BC5-4E74-B6B6-05BAF6B29482}" sibTransId="{D2D680BA-F66D-4936-9BCB-BF22A2569059}"/>
    <dgm:cxn modelId="{A6B4FDDE-2F60-46BC-BCDC-6A546D25E96E}" srcId="{EE1E03F6-203C-449B-B5FE-5226A39B878B}" destId="{50E728D4-6ACB-42F5-B857-DC5F1FC0ADAD}" srcOrd="0" destOrd="0" parTransId="{CA7B8DED-5C2A-401B-9230-1A4D4CB4A395}" sibTransId="{BE9427DD-88B4-4C1A-B12D-BEC9A66412C4}"/>
    <dgm:cxn modelId="{1E7BD7F1-B115-4E29-906B-459CCFEB71A8}" srcId="{EE1E03F6-203C-449B-B5FE-5226A39B878B}" destId="{0B8EE9DA-27CA-4504-AB01-0D9D12E23C17}" srcOrd="1" destOrd="0" parTransId="{64150CA1-2EC6-4C3E-BE52-E73F3CE2C61D}" sibTransId="{BCAC1A62-6348-407B-B14C-B81527925787}"/>
    <dgm:cxn modelId="{9D98BDF4-84CD-4632-BF93-39E6BA966A49}" type="presOf" srcId="{4365BD8A-422B-42CB-8CE6-DBFF28573089}" destId="{A3123F6A-C455-439F-8FED-E62EBCF08025}" srcOrd="0" destOrd="0" presId="urn:microsoft.com/office/officeart/2005/8/layout/vList2#1"/>
    <dgm:cxn modelId="{84185E63-A6CF-4A80-8800-1E33C8FB28B4}" type="presParOf" srcId="{51EB1D94-0BA1-4485-90BF-FE1660E2FAE8}" destId="{A9AA05AF-DFFE-4088-8277-3DEA26924A47}" srcOrd="0" destOrd="0" presId="urn:microsoft.com/office/officeart/2005/8/layout/vList2#1"/>
    <dgm:cxn modelId="{53EC757B-FA2E-47D4-85A1-4C25C323FBF3}" type="presParOf" srcId="{51EB1D94-0BA1-4485-90BF-FE1660E2FAE8}" destId="{CF7960D6-4AD0-49FB-B93E-4AEA34532AA1}" srcOrd="1" destOrd="0" presId="urn:microsoft.com/office/officeart/2005/8/layout/vList2#1"/>
    <dgm:cxn modelId="{617B2335-C9C5-4A77-8D25-096BD074EEAE}" type="presParOf" srcId="{51EB1D94-0BA1-4485-90BF-FE1660E2FAE8}" destId="{C0320D92-7070-40AC-8F93-140AA35D8DCE}" srcOrd="2" destOrd="0" presId="urn:microsoft.com/office/officeart/2005/8/layout/vList2#1"/>
    <dgm:cxn modelId="{F2974622-591F-4C38-B3D1-583DC32B2BDD}" type="presParOf" srcId="{51EB1D94-0BA1-4485-90BF-FE1660E2FAE8}" destId="{BC014CBB-658A-46D8-8560-FEDA9C2D96C3}" srcOrd="3" destOrd="0" presId="urn:microsoft.com/office/officeart/2005/8/layout/vList2#1"/>
    <dgm:cxn modelId="{D480BF58-0CE7-4B14-B22E-186F36717E6D}" type="presParOf" srcId="{51EB1D94-0BA1-4485-90BF-FE1660E2FAE8}" destId="{48D28B13-1709-4D06-8C0D-5A3CC5184BFF}" srcOrd="4" destOrd="0" presId="urn:microsoft.com/office/officeart/2005/8/layout/vList2#1"/>
    <dgm:cxn modelId="{54E03EBD-F9E2-40D1-A70C-CAAAC7E5C7D8}" type="presParOf" srcId="{51EB1D94-0BA1-4485-90BF-FE1660E2FAE8}" destId="{9B47142C-4C71-4CAD-ACF5-2F9165CB866C}" srcOrd="5" destOrd="0" presId="urn:microsoft.com/office/officeart/2005/8/layout/vList2#1"/>
    <dgm:cxn modelId="{71E36184-49F7-4E12-82A4-E18716C9F075}" type="presParOf" srcId="{51EB1D94-0BA1-4485-90BF-FE1660E2FAE8}" destId="{A556316E-3599-4D91-B1E4-3CF6265625BA}" srcOrd="6" destOrd="0" presId="urn:microsoft.com/office/officeart/2005/8/layout/vList2#1"/>
    <dgm:cxn modelId="{98128614-33FE-49D2-AC40-31B60F48A1E8}" type="presParOf" srcId="{51EB1D94-0BA1-4485-90BF-FE1660E2FAE8}" destId="{F88DC545-3B77-4EAF-82F0-FB31AA919665}" srcOrd="7" destOrd="0" presId="urn:microsoft.com/office/officeart/2005/8/layout/vList2#1"/>
    <dgm:cxn modelId="{F2418D3B-F031-4E67-B7A3-C31D34D45D74}" type="presParOf" srcId="{51EB1D94-0BA1-4485-90BF-FE1660E2FAE8}" destId="{08A8F79F-0717-44C4-9A1B-83336668F38D}" srcOrd="8" destOrd="0" presId="urn:microsoft.com/office/officeart/2005/8/layout/vList2#1"/>
    <dgm:cxn modelId="{36A701F1-FB25-4A12-B442-595C3871A7C6}" type="presParOf" srcId="{51EB1D94-0BA1-4485-90BF-FE1660E2FAE8}" destId="{591CCA28-8844-48DB-BC5E-4E8397CE5192}" srcOrd="9" destOrd="0" presId="urn:microsoft.com/office/officeart/2005/8/layout/vList2#1"/>
    <dgm:cxn modelId="{1020A3DE-F193-43ED-A665-6FB604DE706F}" type="presParOf" srcId="{51EB1D94-0BA1-4485-90BF-FE1660E2FAE8}" destId="{BB8B5A66-8468-48A4-8CFE-0B6056FAB16B}" srcOrd="10" destOrd="0" presId="urn:microsoft.com/office/officeart/2005/8/layout/vList2#1"/>
    <dgm:cxn modelId="{5D17469A-9E74-4847-87BE-1D31F52DA0F0}" type="presParOf" srcId="{51EB1D94-0BA1-4485-90BF-FE1660E2FAE8}" destId="{71865F62-689C-411C-A403-6F5FC407C9EC}" srcOrd="11" destOrd="0" presId="urn:microsoft.com/office/officeart/2005/8/layout/vList2#1"/>
    <dgm:cxn modelId="{FA3B2253-4292-4958-88F3-07CD81ACA08F}" type="presParOf" srcId="{51EB1D94-0BA1-4485-90BF-FE1660E2FAE8}" destId="{A3123F6A-C455-439F-8FED-E62EBCF08025}" srcOrd="12" destOrd="0" presId="urn:microsoft.com/office/officeart/2005/8/layout/vList2#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11750" cy="5853113"/>
        <a:chOff x="0" y="0"/>
        <a:chExt cx="5111750" cy="5853113"/>
      </a:xfrm>
    </dsp:grpSpPr>
    <dsp:sp modelId="{9DE9DEB1-F55F-4811-A95A-C3E3CE649A99}">
      <dsp:nvSpPr>
        <dsp:cNvPr id="3" name="Rounded Rectangle 2"/>
        <dsp:cNvSpPr/>
      </dsp:nvSpPr>
      <dsp:spPr bwMode="white">
        <a:xfrm>
          <a:off x="0" y="0"/>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0"/>
        <a:ext cx="5111750" cy="600319"/>
      </dsp:txXfrm>
    </dsp:sp>
    <dsp:sp modelId="{4DF606A1-C795-4C1E-A867-E66F43314023}">
      <dsp:nvSpPr>
        <dsp:cNvPr id="4" name="Rectangles 3"/>
        <dsp:cNvSpPr/>
      </dsp:nvSpPr>
      <dsp:spPr bwMode="white">
        <a:xfrm>
          <a:off x="181597" y="135072"/>
          <a:ext cx="330176" cy="330176"/>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135072"/>
        <a:ext cx="330176" cy="330176"/>
      </dsp:txXfrm>
    </dsp:sp>
    <dsp:sp modelId="{23706E8E-779B-4B76-8115-E0F6AECD765E}">
      <dsp:nvSpPr>
        <dsp:cNvPr id="5" name="Rectangles 4"/>
        <dsp:cNvSpPr/>
      </dsp:nvSpPr>
      <dsp:spPr bwMode="white">
        <a:xfrm>
          <a:off x="693369" y="0"/>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Cybersecurity </a:t>
          </a:r>
          <a:endParaRPr lang="en-US">
            <a:solidFill>
              <a:schemeClr val="tx1"/>
            </a:solidFill>
          </a:endParaRPr>
        </a:p>
      </dsp:txBody>
      <dsp:txXfrm>
        <a:off x="693369" y="0"/>
        <a:ext cx="4418381" cy="600319"/>
      </dsp:txXfrm>
    </dsp:sp>
    <dsp:sp modelId="{B4F7D972-E4A0-4D3C-8C05-995BBFFA7315}">
      <dsp:nvSpPr>
        <dsp:cNvPr id="6" name="Rounded Rectangle 5"/>
        <dsp:cNvSpPr/>
      </dsp:nvSpPr>
      <dsp:spPr bwMode="white">
        <a:xfrm>
          <a:off x="0" y="750399"/>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750399"/>
        <a:ext cx="5111750" cy="600319"/>
      </dsp:txXfrm>
    </dsp:sp>
    <dsp:sp modelId="{FF50158A-C7AB-4AEC-B5FC-8F27501FA7CA}">
      <dsp:nvSpPr>
        <dsp:cNvPr id="7" name="Rectangles 6"/>
        <dsp:cNvSpPr/>
      </dsp:nvSpPr>
      <dsp:spPr bwMode="white">
        <a:xfrm>
          <a:off x="181597" y="885471"/>
          <a:ext cx="330176" cy="330176"/>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885471"/>
        <a:ext cx="330176" cy="330176"/>
      </dsp:txXfrm>
    </dsp:sp>
    <dsp:sp modelId="{7F77C4CB-5709-40AD-BB17-6D8E33DD2DD2}">
      <dsp:nvSpPr>
        <dsp:cNvPr id="8" name="Rectangles 7"/>
        <dsp:cNvSpPr/>
      </dsp:nvSpPr>
      <dsp:spPr bwMode="white">
        <a:xfrm>
          <a:off x="693369" y="750399"/>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Next Gen firewalls</a:t>
          </a:r>
          <a:endParaRPr lang="en-US">
            <a:solidFill>
              <a:schemeClr val="tx1"/>
            </a:solidFill>
          </a:endParaRPr>
        </a:p>
      </dsp:txBody>
      <dsp:txXfrm>
        <a:off x="693369" y="750399"/>
        <a:ext cx="4418381" cy="600319"/>
      </dsp:txXfrm>
    </dsp:sp>
    <dsp:sp modelId="{2DF548A0-5589-4E6C-8628-B445E07DE0E9}">
      <dsp:nvSpPr>
        <dsp:cNvPr id="9" name="Rounded Rectangle 8"/>
        <dsp:cNvSpPr/>
      </dsp:nvSpPr>
      <dsp:spPr bwMode="white">
        <a:xfrm>
          <a:off x="0" y="1500798"/>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1500798"/>
        <a:ext cx="5111750" cy="600319"/>
      </dsp:txXfrm>
    </dsp:sp>
    <dsp:sp modelId="{799630CB-700F-405E-8B74-A3DB4F6EA7F0}">
      <dsp:nvSpPr>
        <dsp:cNvPr id="10" name="Rectangles 9"/>
        <dsp:cNvSpPr/>
      </dsp:nvSpPr>
      <dsp:spPr bwMode="white">
        <a:xfrm>
          <a:off x="181597" y="1635870"/>
          <a:ext cx="330176" cy="330176"/>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1635870"/>
        <a:ext cx="330176" cy="330176"/>
      </dsp:txXfrm>
    </dsp:sp>
    <dsp:sp modelId="{A9430CA3-3320-4591-9CA8-5467608B87CD}">
      <dsp:nvSpPr>
        <dsp:cNvPr id="11" name="Rectangles 10"/>
        <dsp:cNvSpPr/>
      </dsp:nvSpPr>
      <dsp:spPr bwMode="white">
        <a:xfrm>
          <a:off x="693369" y="1500798"/>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Next gen Endpoints</a:t>
          </a:r>
          <a:endParaRPr lang="en-US">
            <a:solidFill>
              <a:schemeClr val="tx1"/>
            </a:solidFill>
          </a:endParaRPr>
        </a:p>
      </dsp:txBody>
      <dsp:txXfrm>
        <a:off x="693369" y="1500798"/>
        <a:ext cx="4418381" cy="600319"/>
      </dsp:txXfrm>
    </dsp:sp>
    <dsp:sp modelId="{1605741E-B52C-49E6-8CC4-7D06574C80CA}">
      <dsp:nvSpPr>
        <dsp:cNvPr id="12" name="Rounded Rectangle 11"/>
        <dsp:cNvSpPr/>
      </dsp:nvSpPr>
      <dsp:spPr bwMode="white">
        <a:xfrm>
          <a:off x="0" y="2251197"/>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2251197"/>
        <a:ext cx="5111750" cy="600319"/>
      </dsp:txXfrm>
    </dsp:sp>
    <dsp:sp modelId="{85437134-037A-4FEC-9203-B700B0CD9F0E}">
      <dsp:nvSpPr>
        <dsp:cNvPr id="13" name="Rectangles 12"/>
        <dsp:cNvSpPr/>
      </dsp:nvSpPr>
      <dsp:spPr bwMode="white">
        <a:xfrm>
          <a:off x="181597" y="2386269"/>
          <a:ext cx="330176" cy="330176"/>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2386269"/>
        <a:ext cx="330176" cy="330176"/>
      </dsp:txXfrm>
    </dsp:sp>
    <dsp:sp modelId="{EB62AFF0-865F-450D-BED8-FAF7DF6B943C}">
      <dsp:nvSpPr>
        <dsp:cNvPr id="14" name="Rectangles 13"/>
        <dsp:cNvSpPr/>
      </dsp:nvSpPr>
      <dsp:spPr bwMode="white">
        <a:xfrm>
          <a:off x="693369" y="2251197"/>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Threat hunting and Intelligence </a:t>
          </a:r>
          <a:endParaRPr lang="en-US">
            <a:solidFill>
              <a:schemeClr val="tx1"/>
            </a:solidFill>
          </a:endParaRPr>
        </a:p>
      </dsp:txBody>
      <dsp:txXfrm>
        <a:off x="693369" y="2251197"/>
        <a:ext cx="4418381" cy="600319"/>
      </dsp:txXfrm>
    </dsp:sp>
    <dsp:sp modelId="{3D42FEAF-80EF-463C-9293-41F10FBBD035}">
      <dsp:nvSpPr>
        <dsp:cNvPr id="15" name="Rounded Rectangle 14"/>
        <dsp:cNvSpPr/>
      </dsp:nvSpPr>
      <dsp:spPr bwMode="white">
        <a:xfrm>
          <a:off x="0" y="3001596"/>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3001596"/>
        <a:ext cx="5111750" cy="600319"/>
      </dsp:txXfrm>
    </dsp:sp>
    <dsp:sp modelId="{7E9A86C6-0EB7-4DFC-9159-087C7FE07CB2}">
      <dsp:nvSpPr>
        <dsp:cNvPr id="16" name="Rectangles 15"/>
        <dsp:cNvSpPr/>
      </dsp:nvSpPr>
      <dsp:spPr bwMode="white">
        <a:xfrm>
          <a:off x="181597" y="3136668"/>
          <a:ext cx="330176" cy="330176"/>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3136668"/>
        <a:ext cx="330176" cy="330176"/>
      </dsp:txXfrm>
    </dsp:sp>
    <dsp:sp modelId="{34BCBDB9-0DAB-4A34-8A97-1DA5FB018CAA}">
      <dsp:nvSpPr>
        <dsp:cNvPr id="17" name="Rectangles 16"/>
        <dsp:cNvSpPr/>
      </dsp:nvSpPr>
      <dsp:spPr bwMode="white">
        <a:xfrm>
          <a:off x="693369" y="3001596"/>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Security Orchestration and Automation</a:t>
          </a:r>
          <a:endParaRPr lang="en-US">
            <a:solidFill>
              <a:schemeClr val="tx1"/>
            </a:solidFill>
          </a:endParaRPr>
        </a:p>
      </dsp:txBody>
      <dsp:txXfrm>
        <a:off x="693369" y="3001596"/>
        <a:ext cx="4418381" cy="600319"/>
      </dsp:txXfrm>
    </dsp:sp>
    <dsp:sp modelId="{C9E6EAEC-BA83-4001-9CCD-8FDB7F0D3AD8}">
      <dsp:nvSpPr>
        <dsp:cNvPr id="18" name="Rounded Rectangle 17"/>
        <dsp:cNvSpPr/>
      </dsp:nvSpPr>
      <dsp:spPr bwMode="white">
        <a:xfrm>
          <a:off x="0" y="3751996"/>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3751996"/>
        <a:ext cx="5111750" cy="600319"/>
      </dsp:txXfrm>
    </dsp:sp>
    <dsp:sp modelId="{45C00505-69A9-45F6-8A13-21FCAE30DA72}">
      <dsp:nvSpPr>
        <dsp:cNvPr id="19" name="Rectangles 18"/>
        <dsp:cNvSpPr/>
      </dsp:nvSpPr>
      <dsp:spPr bwMode="white">
        <a:xfrm>
          <a:off x="181597" y="3887067"/>
          <a:ext cx="330176" cy="330176"/>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3887067"/>
        <a:ext cx="330176" cy="330176"/>
      </dsp:txXfrm>
    </dsp:sp>
    <dsp:sp modelId="{AECA3E6E-A358-4752-B162-C69AE7076D03}">
      <dsp:nvSpPr>
        <dsp:cNvPr id="20" name="Rectangles 19"/>
        <dsp:cNvSpPr/>
      </dsp:nvSpPr>
      <dsp:spPr bwMode="white">
        <a:xfrm>
          <a:off x="693369" y="3751996"/>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Cloud security</a:t>
          </a:r>
          <a:endParaRPr lang="en-US">
            <a:solidFill>
              <a:schemeClr val="tx1"/>
            </a:solidFill>
          </a:endParaRPr>
        </a:p>
      </dsp:txBody>
      <dsp:txXfrm>
        <a:off x="693369" y="3751996"/>
        <a:ext cx="4418381" cy="600319"/>
      </dsp:txXfrm>
    </dsp:sp>
    <dsp:sp modelId="{D00A9BE2-C685-48E7-A3E0-C76F77B9281D}">
      <dsp:nvSpPr>
        <dsp:cNvPr id="21" name="Rounded Rectangle 20"/>
        <dsp:cNvSpPr/>
      </dsp:nvSpPr>
      <dsp:spPr bwMode="white">
        <a:xfrm>
          <a:off x="0" y="4502395"/>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4502395"/>
        <a:ext cx="5111750" cy="600319"/>
      </dsp:txXfrm>
    </dsp:sp>
    <dsp:sp modelId="{2B311862-1646-4FFE-8716-8EF9C388FCF5}">
      <dsp:nvSpPr>
        <dsp:cNvPr id="22" name="Rectangles 21"/>
        <dsp:cNvSpPr/>
      </dsp:nvSpPr>
      <dsp:spPr bwMode="white">
        <a:xfrm>
          <a:off x="181597" y="4637466"/>
          <a:ext cx="330176" cy="330176"/>
        </a:xfrm>
        <a:prstGeom prst="rect">
          <a:avLst/>
        </a:prstGeom>
        <a: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4637466"/>
        <a:ext cx="330176" cy="330176"/>
      </dsp:txXfrm>
    </dsp:sp>
    <dsp:sp modelId="{1472E177-0A0A-48C6-B0B8-B3447182D71D}">
      <dsp:nvSpPr>
        <dsp:cNvPr id="23" name="Rectangles 22"/>
        <dsp:cNvSpPr/>
      </dsp:nvSpPr>
      <dsp:spPr bwMode="white">
        <a:xfrm>
          <a:off x="693369" y="4502395"/>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SASE and Work from home</a:t>
          </a:r>
          <a:endParaRPr lang="en-US">
            <a:solidFill>
              <a:schemeClr val="tx1"/>
            </a:solidFill>
          </a:endParaRPr>
        </a:p>
      </dsp:txBody>
      <dsp:txXfrm>
        <a:off x="693369" y="4502395"/>
        <a:ext cx="4418381" cy="600319"/>
      </dsp:txXfrm>
    </dsp:sp>
    <dsp:sp modelId="{6066CAA7-941B-4378-9C43-E0F8FCDE3E27}">
      <dsp:nvSpPr>
        <dsp:cNvPr id="24" name="Rounded Rectangle 23"/>
        <dsp:cNvSpPr/>
      </dsp:nvSpPr>
      <dsp:spPr bwMode="white">
        <a:xfrm>
          <a:off x="0" y="5252794"/>
          <a:ext cx="5111750" cy="600319"/>
        </a:xfrm>
        <a:prstGeom prst="roundRect">
          <a:avLst>
            <a:gd name="adj" fmla="val 10000"/>
          </a:avLst>
        </a:prstGeom>
      </dsp:spPr>
      <dsp:style>
        <a:lnRef idx="0">
          <a:schemeClr val="accent2"/>
        </a:lnRef>
        <a:fillRef idx="1">
          <a:schemeClr val="accent2">
            <a:tint val="40000"/>
          </a:schemeClr>
        </a:fillRef>
        <a:effectRef idx="0">
          <a:scrgbClr r="0" g="0" b="0"/>
        </a:effectRef>
        <a:fontRef idx="minor"/>
      </dsp:style>
      <dsp:txXfrm>
        <a:off x="0" y="5252794"/>
        <a:ext cx="5111750" cy="600319"/>
      </dsp:txXfrm>
    </dsp:sp>
    <dsp:sp modelId="{54ECE61A-FCBF-4E8A-AD6E-22A5E7354805}">
      <dsp:nvSpPr>
        <dsp:cNvPr id="25" name="Rectangles 24"/>
        <dsp:cNvSpPr/>
      </dsp:nvSpPr>
      <dsp:spPr bwMode="white">
        <a:xfrm>
          <a:off x="181597" y="5387866"/>
          <a:ext cx="330176" cy="330176"/>
        </a:xfrm>
        <a:prstGeom prst="rect">
          <a:avLst/>
        </a:prstGeom>
        <a: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sp:spPr>
      <dsp:style>
        <a:lnRef idx="2">
          <a:schemeClr val="lt1"/>
        </a:lnRef>
        <a:fillRef idx="1">
          <a:schemeClr val="accent2"/>
        </a:fillRef>
        <a:effectRef idx="0">
          <a:scrgbClr r="0" g="0" b="0"/>
        </a:effectRef>
        <a:fontRef idx="minor">
          <a:schemeClr val="lt1"/>
        </a:fontRef>
      </dsp:style>
      <dsp:txXfrm>
        <a:off x="181597" y="5387866"/>
        <a:ext cx="330176" cy="330176"/>
      </dsp:txXfrm>
    </dsp:sp>
    <dsp:sp modelId="{2827662F-F011-4DC1-973F-479D19E4578A}">
      <dsp:nvSpPr>
        <dsp:cNvPr id="26" name="Rectangles 25"/>
        <dsp:cNvSpPr/>
      </dsp:nvSpPr>
      <dsp:spPr bwMode="white">
        <a:xfrm>
          <a:off x="693369" y="5252794"/>
          <a:ext cx="4418381" cy="600319"/>
        </a:xfrm>
        <a:prstGeom prst="rect">
          <a:avLst/>
        </a:prstGeom>
      </dsp:spPr>
      <dsp:style>
        <a:lnRef idx="0">
          <a:schemeClr val="dk1">
            <a:alpha val="0"/>
          </a:schemeClr>
        </a:lnRef>
        <a:fillRef idx="0">
          <a:schemeClr val="lt1">
            <a:alpha val="0"/>
          </a:schemeClr>
        </a:fillRef>
        <a:effectRef idx="0">
          <a:scrgbClr r="0" g="0" b="0"/>
        </a:effectRef>
        <a:fontRef idx="minor"/>
      </dsp:style>
      <dsp:txBody>
        <a:bodyPr lIns="63533" tIns="63533" rIns="63533" bIns="63533"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en-IN">
              <a:solidFill>
                <a:schemeClr val="tx1"/>
              </a:solidFill>
            </a:rPr>
            <a:t>SAAS based email security </a:t>
          </a:r>
          <a:endParaRPr lang="en-US">
            <a:solidFill>
              <a:schemeClr val="tx1"/>
            </a:solidFill>
          </a:endParaRPr>
        </a:p>
      </dsp:txBody>
      <dsp:txXfrm>
        <a:off x="693369" y="5252794"/>
        <a:ext cx="4418381" cy="6003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51560-3E0F-4355-9323-ECF14A03C1A7}">
      <dsp:nvSpPr>
        <dsp:cNvPr id="0" name=""/>
        <dsp:cNvSpPr/>
      </dsp:nvSpPr>
      <dsp:spPr>
        <a:xfrm>
          <a:off x="0" y="4572"/>
          <a:ext cx="5111749" cy="9739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224904-82D1-4AE2-AE40-3AC02E005E4E}">
      <dsp:nvSpPr>
        <dsp:cNvPr id="0" name=""/>
        <dsp:cNvSpPr/>
      </dsp:nvSpPr>
      <dsp:spPr>
        <a:xfrm>
          <a:off x="294633" y="223721"/>
          <a:ext cx="535697" cy="535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080154-5D7D-476E-8D21-24B53AD2744B}">
      <dsp:nvSpPr>
        <dsp:cNvPr id="0" name=""/>
        <dsp:cNvSpPr/>
      </dsp:nvSpPr>
      <dsp:spPr bwMode="white">
        <a:xfrm>
          <a:off x="1124963" y="4572"/>
          <a:ext cx="3986786" cy="97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81" tIns="103081" rIns="103081" bIns="103081" numCol="1" spcCol="1270" anchor="ctr" anchorCtr="0">
          <a:noAutofit/>
        </a:bodyPr>
        <a:lstStyle/>
        <a:p>
          <a:pPr marL="0" lvl="0" indent="0" algn="l" defTabSz="844550">
            <a:lnSpc>
              <a:spcPct val="90000"/>
            </a:lnSpc>
            <a:spcBef>
              <a:spcPct val="0"/>
            </a:spcBef>
            <a:spcAft>
              <a:spcPct val="35000"/>
            </a:spcAft>
            <a:buNone/>
          </a:pPr>
          <a:r>
            <a:rPr lang="en-IN" sz="1900" kern="1200"/>
            <a:t>Enterprise Wifi</a:t>
          </a:r>
          <a:endParaRPr lang="en-US" sz="1900" kern="1200"/>
        </a:p>
      </dsp:txBody>
      <dsp:txXfrm>
        <a:off x="1124963" y="4572"/>
        <a:ext cx="3986786" cy="973994"/>
      </dsp:txXfrm>
    </dsp:sp>
    <dsp:sp modelId="{CAD2AC08-5075-4A63-A862-AA1E7AFFB734}">
      <dsp:nvSpPr>
        <dsp:cNvPr id="0" name=""/>
        <dsp:cNvSpPr/>
      </dsp:nvSpPr>
      <dsp:spPr>
        <a:xfrm>
          <a:off x="0" y="1222065"/>
          <a:ext cx="5111749" cy="9739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4E94CD-7B45-4A5C-9B08-C7020D11C0D1}">
      <dsp:nvSpPr>
        <dsp:cNvPr id="0" name=""/>
        <dsp:cNvSpPr/>
      </dsp:nvSpPr>
      <dsp:spPr>
        <a:xfrm>
          <a:off x="294633" y="1441214"/>
          <a:ext cx="535697" cy="535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DF96FE-50C5-4588-9581-12729CE78F20}">
      <dsp:nvSpPr>
        <dsp:cNvPr id="0" name=""/>
        <dsp:cNvSpPr/>
      </dsp:nvSpPr>
      <dsp:spPr bwMode="white">
        <a:xfrm>
          <a:off x="1124963" y="1222065"/>
          <a:ext cx="3986786" cy="97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81" tIns="103081" rIns="103081" bIns="103081" numCol="1" spcCol="1270" anchor="ctr" anchorCtr="0">
          <a:noAutofit/>
        </a:bodyPr>
        <a:lstStyle/>
        <a:p>
          <a:pPr marL="0" lvl="0" indent="0" algn="l" defTabSz="844550">
            <a:lnSpc>
              <a:spcPct val="90000"/>
            </a:lnSpc>
            <a:spcBef>
              <a:spcPct val="0"/>
            </a:spcBef>
            <a:spcAft>
              <a:spcPct val="35000"/>
            </a:spcAft>
            <a:buNone/>
          </a:pPr>
          <a:r>
            <a:rPr lang="en-IN" sz="1900" kern="1200"/>
            <a:t>Wireless design for e-tailing/warehouses </a:t>
          </a:r>
          <a:endParaRPr lang="en-US" sz="1900" kern="1200"/>
        </a:p>
      </dsp:txBody>
      <dsp:txXfrm>
        <a:off x="1124963" y="1222065"/>
        <a:ext cx="3986786" cy="973994"/>
      </dsp:txXfrm>
    </dsp:sp>
    <dsp:sp modelId="{3FBA6DCA-7316-4075-AD94-CF32CF1ED2B9}">
      <dsp:nvSpPr>
        <dsp:cNvPr id="0" name=""/>
        <dsp:cNvSpPr/>
      </dsp:nvSpPr>
      <dsp:spPr>
        <a:xfrm>
          <a:off x="0" y="2439559"/>
          <a:ext cx="5111749" cy="9739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B990D-BEE1-4A22-B023-4873AE1090F6}">
      <dsp:nvSpPr>
        <dsp:cNvPr id="0" name=""/>
        <dsp:cNvSpPr/>
      </dsp:nvSpPr>
      <dsp:spPr>
        <a:xfrm>
          <a:off x="294633" y="2658707"/>
          <a:ext cx="535697" cy="535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0FB9130-F1A5-479B-8867-506CCB6F637F}">
      <dsp:nvSpPr>
        <dsp:cNvPr id="0" name=""/>
        <dsp:cNvSpPr/>
      </dsp:nvSpPr>
      <dsp:spPr bwMode="white">
        <a:xfrm>
          <a:off x="1124963" y="2439559"/>
          <a:ext cx="3986786" cy="97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81" tIns="103081" rIns="103081" bIns="103081" numCol="1" spcCol="1270" anchor="ctr" anchorCtr="0">
          <a:noAutofit/>
        </a:bodyPr>
        <a:lstStyle/>
        <a:p>
          <a:pPr marL="0" lvl="0" indent="0" algn="l" defTabSz="844550">
            <a:lnSpc>
              <a:spcPct val="90000"/>
            </a:lnSpc>
            <a:spcBef>
              <a:spcPct val="0"/>
            </a:spcBef>
            <a:spcAft>
              <a:spcPct val="35000"/>
            </a:spcAft>
            <a:buNone/>
          </a:pPr>
          <a:r>
            <a:rPr lang="en-IN" sz="1900" kern="1200"/>
            <a:t>Enterprise QOS across WAN </a:t>
          </a:r>
          <a:endParaRPr lang="en-US" sz="1900" kern="1200"/>
        </a:p>
      </dsp:txBody>
      <dsp:txXfrm>
        <a:off x="1124963" y="2439559"/>
        <a:ext cx="3986786" cy="973994"/>
      </dsp:txXfrm>
    </dsp:sp>
    <dsp:sp modelId="{4A85D7A5-F29A-46F9-B714-8D7E6F638FD8}">
      <dsp:nvSpPr>
        <dsp:cNvPr id="0" name=""/>
        <dsp:cNvSpPr/>
      </dsp:nvSpPr>
      <dsp:spPr>
        <a:xfrm>
          <a:off x="0" y="3657052"/>
          <a:ext cx="5111749" cy="9739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DD9812-1B14-4A3F-959C-D9D42D76EC4B}">
      <dsp:nvSpPr>
        <dsp:cNvPr id="0" name=""/>
        <dsp:cNvSpPr/>
      </dsp:nvSpPr>
      <dsp:spPr>
        <a:xfrm>
          <a:off x="294633" y="3876201"/>
          <a:ext cx="535697" cy="535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FD83BE-54E3-445B-862C-1D97FC749290}">
      <dsp:nvSpPr>
        <dsp:cNvPr id="0" name=""/>
        <dsp:cNvSpPr/>
      </dsp:nvSpPr>
      <dsp:spPr bwMode="white">
        <a:xfrm>
          <a:off x="1124963" y="3657052"/>
          <a:ext cx="3986786" cy="97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81" tIns="103081" rIns="103081" bIns="103081" numCol="1" spcCol="1270" anchor="ctr" anchorCtr="0">
          <a:noAutofit/>
        </a:bodyPr>
        <a:lstStyle/>
        <a:p>
          <a:pPr marL="0" lvl="0" indent="0" algn="l" defTabSz="844550">
            <a:lnSpc>
              <a:spcPct val="90000"/>
            </a:lnSpc>
            <a:spcBef>
              <a:spcPct val="0"/>
            </a:spcBef>
            <a:spcAft>
              <a:spcPct val="35000"/>
            </a:spcAft>
            <a:buNone/>
          </a:pPr>
          <a:r>
            <a:rPr lang="en-IN" sz="1900" kern="1200"/>
            <a:t>NAC ( network admission  control ) </a:t>
          </a:r>
          <a:endParaRPr lang="en-US" sz="1900" kern="1200"/>
        </a:p>
      </dsp:txBody>
      <dsp:txXfrm>
        <a:off x="1124963" y="3657052"/>
        <a:ext cx="3986786" cy="973994"/>
      </dsp:txXfrm>
    </dsp:sp>
    <dsp:sp modelId="{7D87174B-E259-4296-B19F-45AB44FFC3AF}">
      <dsp:nvSpPr>
        <dsp:cNvPr id="0" name=""/>
        <dsp:cNvSpPr/>
      </dsp:nvSpPr>
      <dsp:spPr>
        <a:xfrm>
          <a:off x="0" y="4874545"/>
          <a:ext cx="5111749" cy="97399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7C84A6-63B3-4920-8415-092E14837BF5}">
      <dsp:nvSpPr>
        <dsp:cNvPr id="0" name=""/>
        <dsp:cNvSpPr/>
      </dsp:nvSpPr>
      <dsp:spPr>
        <a:xfrm>
          <a:off x="294633" y="5093694"/>
          <a:ext cx="535697" cy="53569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69ACE4-BF37-4BAF-88A5-C75CC7DCBE9A}">
      <dsp:nvSpPr>
        <dsp:cNvPr id="0" name=""/>
        <dsp:cNvSpPr/>
      </dsp:nvSpPr>
      <dsp:spPr bwMode="white">
        <a:xfrm>
          <a:off x="1124963" y="4874545"/>
          <a:ext cx="3986786" cy="9739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081" tIns="103081" rIns="103081" bIns="103081" numCol="1" spcCol="1270" anchor="ctr" anchorCtr="0">
          <a:noAutofit/>
        </a:bodyPr>
        <a:lstStyle/>
        <a:p>
          <a:pPr marL="0" lvl="0" indent="0" algn="l" defTabSz="844550">
            <a:lnSpc>
              <a:spcPct val="90000"/>
            </a:lnSpc>
            <a:spcBef>
              <a:spcPct val="0"/>
            </a:spcBef>
            <a:spcAft>
              <a:spcPct val="35000"/>
            </a:spcAft>
            <a:buNone/>
          </a:pPr>
          <a:r>
            <a:rPr lang="en-IN" sz="1900" kern="1200"/>
            <a:t>Network operations management</a:t>
          </a:r>
          <a:endParaRPr lang="en-US" sz="1900" kern="1200"/>
        </a:p>
      </dsp:txBody>
      <dsp:txXfrm>
        <a:off x="1124963" y="4874545"/>
        <a:ext cx="3986786" cy="9739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AA05AF-DFFE-4088-8277-3DEA26924A47}">
      <dsp:nvSpPr>
        <dsp:cNvPr id="0" name=""/>
        <dsp:cNvSpPr/>
      </dsp:nvSpPr>
      <dsp:spPr bwMode="white">
        <a:xfrm>
          <a:off x="0" y="76299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Hyperconvergence </a:t>
          </a:r>
          <a:endParaRPr lang="en-US" sz="2100" kern="1200"/>
        </a:p>
      </dsp:txBody>
      <dsp:txXfrm>
        <a:off x="28786" y="791778"/>
        <a:ext cx="5246582" cy="532108"/>
      </dsp:txXfrm>
    </dsp:sp>
    <dsp:sp modelId="{C0320D92-7070-40AC-8F93-140AA35D8DCE}">
      <dsp:nvSpPr>
        <dsp:cNvPr id="0" name=""/>
        <dsp:cNvSpPr/>
      </dsp:nvSpPr>
      <dsp:spPr bwMode="white">
        <a:xfrm>
          <a:off x="0" y="141315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Enterprise backup </a:t>
          </a:r>
          <a:endParaRPr lang="en-US" sz="2100" kern="1200"/>
        </a:p>
      </dsp:txBody>
      <dsp:txXfrm>
        <a:off x="28786" y="1441938"/>
        <a:ext cx="5246582" cy="532108"/>
      </dsp:txXfrm>
    </dsp:sp>
    <dsp:sp modelId="{48D28B13-1709-4D06-8C0D-5A3CC5184BFF}">
      <dsp:nvSpPr>
        <dsp:cNvPr id="0" name=""/>
        <dsp:cNvSpPr/>
      </dsp:nvSpPr>
      <dsp:spPr bwMode="white">
        <a:xfrm>
          <a:off x="0" y="206331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Cloud backup </a:t>
          </a:r>
          <a:endParaRPr lang="en-US" sz="2100" kern="1200"/>
        </a:p>
      </dsp:txBody>
      <dsp:txXfrm>
        <a:off x="28786" y="2092098"/>
        <a:ext cx="5246582" cy="532108"/>
      </dsp:txXfrm>
    </dsp:sp>
    <dsp:sp modelId="{A556316E-3599-4D91-B1E4-3CF6265625BA}">
      <dsp:nvSpPr>
        <dsp:cNvPr id="0" name=""/>
        <dsp:cNvSpPr/>
      </dsp:nvSpPr>
      <dsp:spPr bwMode="white">
        <a:xfrm>
          <a:off x="0" y="271347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PAM( privilege access management )</a:t>
          </a:r>
          <a:endParaRPr lang="en-US" sz="2100" kern="1200"/>
        </a:p>
      </dsp:txBody>
      <dsp:txXfrm>
        <a:off x="28786" y="2742258"/>
        <a:ext cx="5246582" cy="532108"/>
      </dsp:txXfrm>
    </dsp:sp>
    <dsp:sp modelId="{08A8F79F-0717-44C4-9A1B-83336668F38D}">
      <dsp:nvSpPr>
        <dsp:cNvPr id="0" name=""/>
        <dsp:cNvSpPr/>
      </dsp:nvSpPr>
      <dsp:spPr bwMode="white">
        <a:xfrm>
          <a:off x="0" y="336363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DAAS ( VDI as a service)</a:t>
          </a:r>
          <a:endParaRPr lang="en-US" sz="2100" kern="1200"/>
        </a:p>
      </dsp:txBody>
      <dsp:txXfrm>
        <a:off x="28786" y="3392418"/>
        <a:ext cx="5246582" cy="532108"/>
      </dsp:txXfrm>
    </dsp:sp>
    <dsp:sp modelId="{BB8B5A66-8468-48A4-8CFE-0B6056FAB16B}">
      <dsp:nvSpPr>
        <dsp:cNvPr id="0" name=""/>
        <dsp:cNvSpPr/>
      </dsp:nvSpPr>
      <dsp:spPr bwMode="white">
        <a:xfrm>
          <a:off x="0" y="401379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Cloud Ops optimization</a:t>
          </a:r>
          <a:endParaRPr lang="en-US" sz="2100" kern="1200"/>
        </a:p>
      </dsp:txBody>
      <dsp:txXfrm>
        <a:off x="28786" y="4042578"/>
        <a:ext cx="5246582" cy="532108"/>
      </dsp:txXfrm>
    </dsp:sp>
    <dsp:sp modelId="{A3123F6A-C455-439F-8FED-E62EBCF08025}">
      <dsp:nvSpPr>
        <dsp:cNvPr id="0" name=""/>
        <dsp:cNvSpPr/>
      </dsp:nvSpPr>
      <dsp:spPr bwMode="white">
        <a:xfrm>
          <a:off x="0" y="4663952"/>
          <a:ext cx="5304154" cy="5896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IN" sz="2100" kern="1200"/>
            <a:t>Asset management </a:t>
          </a:r>
          <a:endParaRPr lang="en-US" sz="2100" kern="1200"/>
        </a:p>
      </dsp:txBody>
      <dsp:txXfrm>
        <a:off x="28786" y="4692738"/>
        <a:ext cx="5246582" cy="53210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D206A7-EA13-41F3-8834-B0A9FF206B19}"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3313E1-5132-473F-8179-889C3B9E1C03}"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5B5714-D313-48D8-9135-1754AE080BA7}"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45771-B07E-4328-B7D0-5B7E1E94B1F9}"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the Cisco Identity Services Engine – or ISE – presentation for technical decision makers.</a:t>
            </a:r>
            <a:endParaRPr lang="en-US"/>
          </a:p>
        </p:txBody>
      </p:sp>
      <p:sp>
        <p:nvSpPr>
          <p:cNvPr id="4" name="Slide Number Placeholder 3"/>
          <p:cNvSpPr>
            <a:spLocks noGrp="1"/>
          </p:cNvSpPr>
          <p:nvPr>
            <p:ph type="sldNum" sz="quarter" idx="5"/>
          </p:nvPr>
        </p:nvSpPr>
        <p:spPr/>
        <p:txBody>
          <a:bodyPr/>
          <a:lstStyle/>
          <a:p>
            <a:fld id="{43545771-B07E-4328-B7D0-5B7E1E94B1F9}"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1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image" Target="../media/image1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12.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4" Type="http://schemas.openxmlformats.org/officeDocument/2006/relationships/image" Target="../media/image13.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Arrows">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cstate="print">
            <a:extLst>
              <a:ext uri="{28A0092B-C50C-407E-A947-70E740481C1C}">
                <a14:useLocalDpi xmlns:a14="http://schemas.microsoft.com/office/drawing/2010/main" val="0"/>
              </a:ext>
            </a:extLst>
          </a:blip>
          <a:srcRect l="56404"/>
          <a:stretch>
            <a:fillRect/>
          </a:stretch>
        </p:blipFill>
        <p:spPr>
          <a:xfrm>
            <a:off x="10512663" y="3028408"/>
            <a:ext cx="1679337" cy="3159915"/>
          </a:xfrm>
          <a:prstGeom prst="rect">
            <a:avLst/>
          </a:prstGeom>
        </p:spPr>
      </p:pic>
      <p:cxnSp>
        <p:nvCxnSpPr>
          <p:cNvPr id="12" name="Straight Connector 11"/>
          <p:cNvCxnSpPr/>
          <p:nvPr/>
        </p:nvCxnSpPr>
        <p:spPr>
          <a:xfrm>
            <a:off x="1977734" y="3028408"/>
            <a:ext cx="6427355" cy="0"/>
          </a:xfrm>
          <a:prstGeom prst="line">
            <a:avLst/>
          </a:prstGeom>
          <a:ln w="3175">
            <a:solidFill>
              <a:srgbClr val="004BFF"/>
            </a:solidFill>
            <a:prstDash val="sysDot"/>
          </a:ln>
        </p:spPr>
        <p:style>
          <a:lnRef idx="1">
            <a:schemeClr val="accent1"/>
          </a:lnRef>
          <a:fillRef idx="0">
            <a:schemeClr val="accent1"/>
          </a:fillRef>
          <a:effectRef idx="0">
            <a:schemeClr val="accent1"/>
          </a:effectRef>
          <a:fontRef idx="minor">
            <a:schemeClr val="tx1"/>
          </a:fontRef>
        </p:style>
      </p:cxnSp>
      <p:sp>
        <p:nvSpPr>
          <p:cNvPr id="17" name="Picture Placeholder 8"/>
          <p:cNvSpPr>
            <a:spLocks noGrp="1"/>
          </p:cNvSpPr>
          <p:nvPr>
            <p:ph type="pic" sz="quarter" idx="11"/>
          </p:nvPr>
        </p:nvSpPr>
        <p:spPr>
          <a:xfrm>
            <a:off x="1977734" y="4494907"/>
            <a:ext cx="1659087" cy="721339"/>
          </a:xfrm>
          <a:prstGeom prst="rect">
            <a:avLst/>
          </a:prstGeom>
        </p:spPr>
        <p:txBody>
          <a:bodyPr>
            <a:normAutofit/>
          </a:bodyPr>
          <a:lstStyle>
            <a:lvl1pPr algn="ctr">
              <a:buNone/>
              <a:defRPr sz="665"/>
            </a:lvl1pPr>
          </a:lstStyle>
          <a:p>
            <a:r>
              <a:rPr lang="en-US"/>
              <a:t>Click icon to add picture</a:t>
            </a:r>
            <a:endParaRPr lang="en-IN"/>
          </a:p>
        </p:txBody>
      </p:sp>
      <p:sp>
        <p:nvSpPr>
          <p:cNvPr id="21" name="Text Placeholder 9"/>
          <p:cNvSpPr>
            <a:spLocks noGrp="1"/>
          </p:cNvSpPr>
          <p:nvPr>
            <p:ph type="body" sz="quarter" idx="12" hasCustomPrompt="1"/>
          </p:nvPr>
        </p:nvSpPr>
        <p:spPr>
          <a:xfrm>
            <a:off x="1977734" y="3345137"/>
            <a:ext cx="5788025" cy="444500"/>
          </a:xfrm>
        </p:spPr>
        <p:txBody>
          <a:bodyPr>
            <a:noAutofit/>
          </a:bodyPr>
          <a:lstStyle>
            <a:lvl1pPr marL="0" indent="0">
              <a:buNone/>
              <a:defRPr sz="2800" b="1" spc="300">
                <a:solidFill>
                  <a:srgbClr val="00283A"/>
                </a:solidFill>
              </a:defRPr>
            </a:lvl1pPr>
          </a:lstStyle>
          <a:p>
            <a:pPr lvl="0"/>
            <a:r>
              <a:rPr lang="en-US"/>
              <a:t>Click to Edit Header</a:t>
            </a:r>
            <a:endParaRPr lang="en-IN"/>
          </a:p>
        </p:txBody>
      </p:sp>
      <p:sp>
        <p:nvSpPr>
          <p:cNvPr id="23" name="Text Placeholder 9"/>
          <p:cNvSpPr>
            <a:spLocks noGrp="1"/>
          </p:cNvSpPr>
          <p:nvPr>
            <p:ph type="body" sz="quarter" idx="13" hasCustomPrompt="1"/>
          </p:nvPr>
        </p:nvSpPr>
        <p:spPr>
          <a:xfrm>
            <a:off x="1977734" y="3870515"/>
            <a:ext cx="5788025" cy="339670"/>
          </a:xfrm>
        </p:spPr>
        <p:txBody>
          <a:bodyPr>
            <a:noAutofit/>
          </a:bodyPr>
          <a:lstStyle>
            <a:lvl1pPr marL="0" indent="0">
              <a:buNone/>
              <a:defRPr sz="1400" b="0">
                <a:solidFill>
                  <a:srgbClr val="00283A"/>
                </a:solidFill>
              </a:defRPr>
            </a:lvl1pPr>
          </a:lstStyle>
          <a:p>
            <a:pPr lvl="0"/>
            <a:r>
              <a:rPr lang="en-US"/>
              <a:t>Click to Edit Header</a:t>
            </a:r>
            <a:endParaRPr lang="en-IN"/>
          </a:p>
        </p:txBody>
      </p:sp>
      <p:pic>
        <p:nvPicPr>
          <p:cNvPr id="6" name="Graphic 5"/>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977734" y="1753653"/>
            <a:ext cx="5900400" cy="94978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ver White Arrows">
    <p:spTree>
      <p:nvGrpSpPr>
        <p:cNvPr id="1" name=""/>
        <p:cNvGrpSpPr/>
        <p:nvPr/>
      </p:nvGrpSpPr>
      <p:grpSpPr>
        <a:xfrm>
          <a:off x="0" y="0"/>
          <a:ext cx="0" cy="0"/>
          <a:chOff x="0" y="0"/>
          <a:chExt cx="0" cy="0"/>
        </a:xfrm>
      </p:grpSpPr>
      <p:sp>
        <p:nvSpPr>
          <p:cNvPr id="2" name="Rectangle 1"/>
          <p:cNvSpPr/>
          <p:nvPr userDrawn="1"/>
        </p:nvSpPr>
        <p:spPr>
          <a:xfrm>
            <a:off x="0" y="0"/>
            <a:ext cx="12191997" cy="6858000"/>
          </a:xfrm>
          <a:prstGeom prst="rect">
            <a:avLst/>
          </a:prstGeom>
          <a:solidFill>
            <a:srgbClr val="040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aseline="-25000"/>
          </a:p>
        </p:txBody>
      </p:sp>
      <p:pic>
        <p:nvPicPr>
          <p:cNvPr id="13" name="Picture 12"/>
          <p:cNvPicPr>
            <a:picLocks noChangeAspect="1"/>
          </p:cNvPicPr>
          <p:nvPr userDrawn="1"/>
        </p:nvPicPr>
        <p:blipFill rotWithShape="1">
          <a:blip r:embed="rId2" cstate="print">
            <a:extLst>
              <a:ext uri="{28A0092B-C50C-407E-A947-70E740481C1C}">
                <a14:useLocalDpi xmlns:a14="http://schemas.microsoft.com/office/drawing/2010/main" val="0"/>
              </a:ext>
            </a:extLst>
          </a:blip>
          <a:srcRect l="62629" t="15710" b="8293"/>
          <a:stretch>
            <a:fillRect/>
          </a:stretch>
        </p:blipFill>
        <p:spPr>
          <a:xfrm>
            <a:off x="10883325" y="293878"/>
            <a:ext cx="1308675" cy="2183141"/>
          </a:xfrm>
          <a:prstGeom prst="rect">
            <a:avLst/>
          </a:prstGeom>
        </p:spPr>
      </p:pic>
      <p:cxnSp>
        <p:nvCxnSpPr>
          <p:cNvPr id="12" name="Straight Connector 11"/>
          <p:cNvCxnSpPr/>
          <p:nvPr/>
        </p:nvCxnSpPr>
        <p:spPr>
          <a:xfrm>
            <a:off x="3167675" y="3296269"/>
            <a:ext cx="5856651" cy="0"/>
          </a:xfrm>
          <a:prstGeom prst="line">
            <a:avLst/>
          </a:prstGeom>
          <a:ln w="3175">
            <a:solidFill>
              <a:srgbClr val="00FFC8"/>
            </a:solidFill>
            <a:prstDash val="sysDot"/>
          </a:ln>
        </p:spPr>
        <p:style>
          <a:lnRef idx="1">
            <a:schemeClr val="accent1"/>
          </a:lnRef>
          <a:fillRef idx="0">
            <a:schemeClr val="accent1"/>
          </a:fillRef>
          <a:effectRef idx="0">
            <a:schemeClr val="accent1"/>
          </a:effectRef>
          <a:fontRef idx="minor">
            <a:schemeClr val="tx1"/>
          </a:fontRef>
        </p:style>
      </p:cxnSp>
      <p:sp>
        <p:nvSpPr>
          <p:cNvPr id="17" name="Picture Placeholder 8"/>
          <p:cNvSpPr>
            <a:spLocks noGrp="1"/>
          </p:cNvSpPr>
          <p:nvPr>
            <p:ph type="pic" sz="quarter" idx="11"/>
          </p:nvPr>
        </p:nvSpPr>
        <p:spPr>
          <a:xfrm>
            <a:off x="5266457" y="4975201"/>
            <a:ext cx="1659087" cy="721339"/>
          </a:xfrm>
          <a:prstGeom prst="rect">
            <a:avLst/>
          </a:prstGeom>
        </p:spPr>
        <p:txBody>
          <a:bodyPr>
            <a:normAutofit/>
          </a:bodyPr>
          <a:lstStyle>
            <a:lvl1pPr algn="ctr">
              <a:buNone/>
              <a:defRPr sz="665">
                <a:solidFill>
                  <a:schemeClr val="bg1"/>
                </a:solidFill>
              </a:defRPr>
            </a:lvl1pPr>
          </a:lstStyle>
          <a:p>
            <a:r>
              <a:rPr lang="en-US"/>
              <a:t>Click icon to add picture</a:t>
            </a:r>
            <a:endParaRPr lang="en-IN"/>
          </a:p>
        </p:txBody>
      </p:sp>
      <p:sp>
        <p:nvSpPr>
          <p:cNvPr id="21" name="Text Placeholder 9"/>
          <p:cNvSpPr>
            <a:spLocks noGrp="1"/>
          </p:cNvSpPr>
          <p:nvPr>
            <p:ph type="body" sz="quarter" idx="12" hasCustomPrompt="1"/>
          </p:nvPr>
        </p:nvSpPr>
        <p:spPr>
          <a:xfrm>
            <a:off x="3201988" y="3825431"/>
            <a:ext cx="5788025" cy="444500"/>
          </a:xfrm>
        </p:spPr>
        <p:txBody>
          <a:bodyPr>
            <a:noAutofit/>
          </a:bodyPr>
          <a:lstStyle>
            <a:lvl1pPr marL="0" indent="0" algn="ctr">
              <a:buNone/>
              <a:defRPr sz="2800" b="1" spc="300">
                <a:solidFill>
                  <a:schemeClr val="bg1"/>
                </a:solidFill>
              </a:defRPr>
            </a:lvl1pPr>
          </a:lstStyle>
          <a:p>
            <a:pPr lvl="0"/>
            <a:r>
              <a:rPr lang="en-US"/>
              <a:t>Click to Edit Header</a:t>
            </a:r>
            <a:endParaRPr lang="en-IN"/>
          </a:p>
        </p:txBody>
      </p:sp>
      <p:sp>
        <p:nvSpPr>
          <p:cNvPr id="23" name="Text Placeholder 9"/>
          <p:cNvSpPr>
            <a:spLocks noGrp="1"/>
          </p:cNvSpPr>
          <p:nvPr>
            <p:ph type="body" sz="quarter" idx="13" hasCustomPrompt="1"/>
          </p:nvPr>
        </p:nvSpPr>
        <p:spPr>
          <a:xfrm>
            <a:off x="3201988" y="4350809"/>
            <a:ext cx="5788025" cy="339670"/>
          </a:xfrm>
        </p:spPr>
        <p:txBody>
          <a:bodyPr>
            <a:noAutofit/>
          </a:bodyPr>
          <a:lstStyle>
            <a:lvl1pPr marL="0" indent="0" algn="ctr">
              <a:buNone/>
              <a:defRPr sz="1400" b="0">
                <a:solidFill>
                  <a:schemeClr val="bg1"/>
                </a:solidFill>
              </a:defRPr>
            </a:lvl1pPr>
          </a:lstStyle>
          <a:p>
            <a:pPr lvl="0"/>
            <a:r>
              <a:rPr lang="en-US"/>
              <a:t>Click to Edit Header</a:t>
            </a:r>
            <a:endParaRPr lang="en-IN"/>
          </a:p>
        </p:txBody>
      </p:sp>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145664" y="1911961"/>
            <a:ext cx="5900673" cy="949832"/>
          </a:xfrm>
          <a:prstGeom prst="rect">
            <a:avLst/>
          </a:prstGeom>
        </p:spPr>
      </p:pic>
      <p:pic>
        <p:nvPicPr>
          <p:cNvPr id="11" name="Graphic 10"/>
          <p:cNvPicPr>
            <a:picLocks noChangeAspect="1"/>
          </p:cNvPicPr>
          <p:nvPr userDrawn="1"/>
        </p:nvPicPr>
        <p:blipFill rotWithShape="1">
          <a:blip r:embed="rId5">
            <a:extLst>
              <a:ext uri="{96DAC541-7B7A-43D3-8B79-37D633B846F1}">
                <asvg:svgBlip xmlns:asvg="http://schemas.microsoft.com/office/drawing/2016/SVG/main" r:embed="rId6"/>
              </a:ext>
            </a:extLst>
          </a:blip>
          <a:srcRect t="21643" r="13784"/>
          <a:stretch>
            <a:fillRect/>
          </a:stretch>
        </p:blipFill>
        <p:spPr>
          <a:xfrm rot="16200000" flipH="1">
            <a:off x="5331" y="5278129"/>
            <a:ext cx="1574540" cy="158520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White Arrows">
    <p:spTree>
      <p:nvGrpSpPr>
        <p:cNvPr id="1" name=""/>
        <p:cNvGrpSpPr/>
        <p:nvPr/>
      </p:nvGrpSpPr>
      <p:grpSpPr>
        <a:xfrm>
          <a:off x="0" y="0"/>
          <a:ext cx="0" cy="0"/>
          <a:chOff x="0" y="0"/>
          <a:chExt cx="0" cy="0"/>
        </a:xfrm>
      </p:grpSpPr>
      <p:sp>
        <p:nvSpPr>
          <p:cNvPr id="2" name="Rectangle 1"/>
          <p:cNvSpPr/>
          <p:nvPr userDrawn="1"/>
        </p:nvSpPr>
        <p:spPr>
          <a:xfrm>
            <a:off x="0" y="0"/>
            <a:ext cx="12191997" cy="6858000"/>
          </a:xfrm>
          <a:prstGeom prst="rect">
            <a:avLst/>
          </a:prstGeom>
          <a:solidFill>
            <a:srgbClr val="040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baseline="-25000"/>
          </a:p>
        </p:txBody>
      </p:sp>
      <p:pic>
        <p:nvPicPr>
          <p:cNvPr id="13" name="Picture 12"/>
          <p:cNvPicPr>
            <a:picLocks noChangeAspect="1"/>
          </p:cNvPicPr>
          <p:nvPr userDrawn="1"/>
        </p:nvPicPr>
        <p:blipFill rotWithShape="1">
          <a:blip r:embed="rId2" cstate="print">
            <a:extLst>
              <a:ext uri="{28A0092B-C50C-407E-A947-70E740481C1C}">
                <a14:useLocalDpi xmlns:a14="http://schemas.microsoft.com/office/drawing/2010/main" val="0"/>
              </a:ext>
            </a:extLst>
          </a:blip>
          <a:srcRect l="62629" t="15710" b="8293"/>
          <a:stretch>
            <a:fillRect/>
          </a:stretch>
        </p:blipFill>
        <p:spPr>
          <a:xfrm>
            <a:off x="10883325" y="293878"/>
            <a:ext cx="1308675" cy="2183141"/>
          </a:xfrm>
          <a:prstGeom prst="rect">
            <a:avLst/>
          </a:prstGeom>
        </p:spPr>
      </p:pic>
      <p:cxnSp>
        <p:nvCxnSpPr>
          <p:cNvPr id="12" name="Straight Connector 11"/>
          <p:cNvCxnSpPr/>
          <p:nvPr/>
        </p:nvCxnSpPr>
        <p:spPr>
          <a:xfrm>
            <a:off x="3167675" y="3296269"/>
            <a:ext cx="5856651" cy="0"/>
          </a:xfrm>
          <a:prstGeom prst="line">
            <a:avLst/>
          </a:prstGeom>
          <a:ln w="3175">
            <a:solidFill>
              <a:srgbClr val="00FFC8"/>
            </a:solidFill>
            <a:prstDash val="sysDot"/>
          </a:ln>
        </p:spPr>
        <p:style>
          <a:lnRef idx="1">
            <a:schemeClr val="accent1"/>
          </a:lnRef>
          <a:fillRef idx="0">
            <a:schemeClr val="accent1"/>
          </a:fillRef>
          <a:effectRef idx="0">
            <a:schemeClr val="accent1"/>
          </a:effectRef>
          <a:fontRef idx="minor">
            <a:schemeClr val="tx1"/>
          </a:fontRef>
        </p:style>
      </p:cxnSp>
      <p:sp>
        <p:nvSpPr>
          <p:cNvPr id="21" name="Text Placeholder 9"/>
          <p:cNvSpPr>
            <a:spLocks noGrp="1"/>
          </p:cNvSpPr>
          <p:nvPr>
            <p:ph type="body" sz="quarter" idx="12" hasCustomPrompt="1"/>
          </p:nvPr>
        </p:nvSpPr>
        <p:spPr>
          <a:xfrm>
            <a:off x="3201988" y="3825431"/>
            <a:ext cx="5788025" cy="444500"/>
          </a:xfrm>
        </p:spPr>
        <p:txBody>
          <a:bodyPr>
            <a:noAutofit/>
          </a:bodyPr>
          <a:lstStyle>
            <a:lvl1pPr marL="0" indent="0" algn="ctr">
              <a:buNone/>
              <a:defRPr sz="2800" b="1" spc="300">
                <a:solidFill>
                  <a:schemeClr val="bg1"/>
                </a:solidFill>
              </a:defRPr>
            </a:lvl1pPr>
          </a:lstStyle>
          <a:p>
            <a:pPr lvl="0"/>
            <a:r>
              <a:rPr lang="en-US"/>
              <a:t>Click to Edit Header</a:t>
            </a:r>
            <a:endParaRPr lang="en-IN"/>
          </a:p>
        </p:txBody>
      </p:sp>
      <p:sp>
        <p:nvSpPr>
          <p:cNvPr id="23" name="Text Placeholder 9"/>
          <p:cNvSpPr>
            <a:spLocks noGrp="1"/>
          </p:cNvSpPr>
          <p:nvPr>
            <p:ph type="body" sz="quarter" idx="13" hasCustomPrompt="1"/>
          </p:nvPr>
        </p:nvSpPr>
        <p:spPr>
          <a:xfrm>
            <a:off x="3201988" y="4350809"/>
            <a:ext cx="5788025" cy="339670"/>
          </a:xfrm>
        </p:spPr>
        <p:txBody>
          <a:bodyPr>
            <a:noAutofit/>
          </a:bodyPr>
          <a:lstStyle>
            <a:lvl1pPr marL="0" indent="0" algn="ctr">
              <a:buNone/>
              <a:defRPr sz="1400" b="0">
                <a:solidFill>
                  <a:schemeClr val="bg1"/>
                </a:solidFill>
              </a:defRPr>
            </a:lvl1pPr>
          </a:lstStyle>
          <a:p>
            <a:pPr lvl="0"/>
            <a:r>
              <a:rPr lang="en-US"/>
              <a:t>Click to Edit Header</a:t>
            </a:r>
            <a:endParaRPr lang="en-IN"/>
          </a:p>
        </p:txBody>
      </p:sp>
      <p:pic>
        <p:nvPicPr>
          <p:cNvPr id="9" name="Graphic 8"/>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145664" y="1911961"/>
            <a:ext cx="5900673" cy="949832"/>
          </a:xfrm>
          <a:prstGeom prst="rect">
            <a:avLst/>
          </a:prstGeom>
        </p:spPr>
      </p:pic>
      <p:pic>
        <p:nvPicPr>
          <p:cNvPr id="11" name="Graphic 10"/>
          <p:cNvPicPr>
            <a:picLocks noChangeAspect="1"/>
          </p:cNvPicPr>
          <p:nvPr userDrawn="1"/>
        </p:nvPicPr>
        <p:blipFill rotWithShape="1">
          <a:blip r:embed="rId5">
            <a:extLst>
              <a:ext uri="{96DAC541-7B7A-43D3-8B79-37D633B846F1}">
                <asvg:svgBlip xmlns:asvg="http://schemas.microsoft.com/office/drawing/2016/SVG/main" r:embed="rId6"/>
              </a:ext>
            </a:extLst>
          </a:blip>
          <a:srcRect t="21643" r="13784"/>
          <a:stretch>
            <a:fillRect/>
          </a:stretch>
        </p:blipFill>
        <p:spPr>
          <a:xfrm rot="16200000" flipH="1">
            <a:off x="5331" y="5278129"/>
            <a:ext cx="1574540" cy="158520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ontent 2 Column">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 name="Title 1"/>
          <p:cNvSpPr>
            <a:spLocks noGrp="1"/>
          </p:cNvSpPr>
          <p:nvPr>
            <p:ph type="title" hasCustomPrompt="1"/>
          </p:nvPr>
        </p:nvSpPr>
        <p:spPr>
          <a:xfrm>
            <a:off x="387927" y="748149"/>
            <a:ext cx="11416146" cy="1034473"/>
          </a:xfrm>
          <a:prstGeom prst="rect">
            <a:avLst/>
          </a:prstGeom>
        </p:spPr>
        <p:txBody>
          <a:bodyPr wrap="square" anchor="b">
            <a:normAutofit/>
          </a:bodyPr>
          <a:lstStyle>
            <a:lvl1pPr algn="l">
              <a:lnSpc>
                <a:spcPct val="75000"/>
              </a:lnSpc>
              <a:defRPr sz="3200" b="1" cap="none">
                <a:solidFill>
                  <a:srgbClr val="00283A"/>
                </a:solidFill>
                <a:effectLst/>
                <a:latin typeface="Poppins SemiBold" panose="00000700000000000000" pitchFamily="2" charset="0"/>
                <a:cs typeface="Poppins SemiBold" panose="00000700000000000000" pitchFamily="2" charset="0"/>
              </a:defRPr>
            </a:lvl1pPr>
          </a:lstStyle>
          <a:p>
            <a:r>
              <a:rPr lang="en-US" sz="3200" b="1">
                <a:solidFill>
                  <a:srgbClr val="00283A"/>
                </a:solidFill>
                <a:latin typeface="+mj-lt"/>
              </a:rPr>
              <a:t>Click To Edit Header</a:t>
            </a:r>
            <a:endParaRPr lang="en-IN" sz="3200" b="1">
              <a:solidFill>
                <a:srgbClr val="00283A"/>
              </a:solidFill>
              <a:latin typeface="+mj-lt"/>
            </a:endParaRPr>
          </a:p>
        </p:txBody>
      </p:sp>
      <p:sp>
        <p:nvSpPr>
          <p:cNvPr id="11" name="Text Placeholder 8"/>
          <p:cNvSpPr>
            <a:spLocks noGrp="1"/>
          </p:cNvSpPr>
          <p:nvPr>
            <p:ph type="body" sz="quarter" idx="10"/>
          </p:nvPr>
        </p:nvSpPr>
        <p:spPr>
          <a:xfrm>
            <a:off x="387927" y="2071345"/>
            <a:ext cx="11416146" cy="4398728"/>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pic>
        <p:nvPicPr>
          <p:cNvPr id="5" name="Graphic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pic>
        <p:nvPicPr>
          <p:cNvPr id="12" name="Graphic 11"/>
          <p:cNvPicPr>
            <a:picLocks noChangeAspect="1"/>
          </p:cNvPicPr>
          <p:nvPr userDrawn="1"/>
        </p:nvPicPr>
        <p:blipFill rotWithShape="1">
          <a:blip r:embed="rId4">
            <a:extLst>
              <a:ext uri="{96DAC541-7B7A-43D3-8B79-37D633B846F1}">
                <asvg:svgBlip xmlns:asvg="http://schemas.microsoft.com/office/drawing/2016/SVG/main" r:embed="rId5"/>
              </a:ext>
            </a:extLst>
          </a:blip>
          <a:srcRect l="21453" t="-1" b="33407"/>
          <a:stretch>
            <a:fillRect/>
          </a:stretch>
        </p:blipFill>
        <p:spPr>
          <a:xfrm rot="16200000" flipH="1">
            <a:off x="10990461" y="121657"/>
            <a:ext cx="1323195" cy="1079882"/>
          </a:xfrm>
          <a:prstGeom prst="rect">
            <a:avLst/>
          </a:prstGeom>
        </p:spPr>
      </p:pic>
      <p:cxnSp>
        <p:nvCxnSpPr>
          <p:cNvPr id="14" name="Straight Connector 13"/>
          <p:cNvCxnSpPr/>
          <p:nvPr userDrawn="1"/>
        </p:nvCxnSpPr>
        <p:spPr>
          <a:xfrm>
            <a:off x="0" y="1801094"/>
            <a:ext cx="1874982" cy="0"/>
          </a:xfrm>
          <a:prstGeom prst="line">
            <a:avLst/>
          </a:prstGeom>
          <a:ln w="19050">
            <a:solidFill>
              <a:srgbClr val="00B0FF"/>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sp>
        <p:nvSpPr>
          <p:cNvPr id="17"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Content 2 Column">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3" name="Picture Placeholder 2"/>
          <p:cNvSpPr>
            <a:spLocks noGrp="1"/>
          </p:cNvSpPr>
          <p:nvPr>
            <p:ph type="pic" sz="quarter" idx="12"/>
          </p:nvPr>
        </p:nvSpPr>
        <p:spPr>
          <a:xfrm>
            <a:off x="387350" y="747713"/>
            <a:ext cx="5810250" cy="5722937"/>
          </a:xfrm>
        </p:spPr>
        <p:txBody>
          <a:bodyPr/>
          <a:lstStyle/>
          <a:p>
            <a:endParaRPr lang="en-IN"/>
          </a:p>
        </p:txBody>
      </p:sp>
      <p:sp>
        <p:nvSpPr>
          <p:cNvPr id="10" name="Title 1"/>
          <p:cNvSpPr>
            <a:spLocks noGrp="1"/>
          </p:cNvSpPr>
          <p:nvPr>
            <p:ph type="title" hasCustomPrompt="1"/>
          </p:nvPr>
        </p:nvSpPr>
        <p:spPr>
          <a:xfrm>
            <a:off x="6437745" y="748149"/>
            <a:ext cx="5366328" cy="1034473"/>
          </a:xfrm>
          <a:prstGeom prst="rect">
            <a:avLst/>
          </a:prstGeom>
        </p:spPr>
        <p:txBody>
          <a:bodyPr wrap="square" anchor="b">
            <a:normAutofit/>
          </a:bodyPr>
          <a:lstStyle>
            <a:lvl1pPr algn="l">
              <a:lnSpc>
                <a:spcPct val="75000"/>
              </a:lnSpc>
              <a:defRPr sz="2800" b="1" cap="none">
                <a:solidFill>
                  <a:srgbClr val="00283A"/>
                </a:solidFill>
                <a:effectLst/>
                <a:latin typeface="Poppins SemiBold" panose="00000700000000000000" pitchFamily="2" charset="0"/>
                <a:cs typeface="Poppins SemiBold" panose="00000700000000000000" pitchFamily="2" charset="0"/>
              </a:defRPr>
            </a:lvl1pPr>
          </a:lstStyle>
          <a:p>
            <a:r>
              <a:rPr lang="en-US" sz="3200" b="1">
                <a:solidFill>
                  <a:srgbClr val="00283A"/>
                </a:solidFill>
                <a:latin typeface="+mj-lt"/>
              </a:rPr>
              <a:t>Click To Edit Header</a:t>
            </a:r>
            <a:endParaRPr lang="en-IN" sz="3200" b="1">
              <a:solidFill>
                <a:srgbClr val="00283A"/>
              </a:solidFill>
              <a:latin typeface="+mj-lt"/>
            </a:endParaRPr>
          </a:p>
        </p:txBody>
      </p:sp>
      <p:sp>
        <p:nvSpPr>
          <p:cNvPr id="11" name="Text Placeholder 8"/>
          <p:cNvSpPr>
            <a:spLocks noGrp="1"/>
          </p:cNvSpPr>
          <p:nvPr>
            <p:ph type="body" sz="quarter" idx="10"/>
          </p:nvPr>
        </p:nvSpPr>
        <p:spPr>
          <a:xfrm>
            <a:off x="6437745" y="2071345"/>
            <a:ext cx="5366328" cy="4398728"/>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pic>
        <p:nvPicPr>
          <p:cNvPr id="5" name="Graphic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pic>
        <p:nvPicPr>
          <p:cNvPr id="12" name="Graphic 11"/>
          <p:cNvPicPr>
            <a:picLocks noChangeAspect="1"/>
          </p:cNvPicPr>
          <p:nvPr userDrawn="1"/>
        </p:nvPicPr>
        <p:blipFill rotWithShape="1">
          <a:blip r:embed="rId4">
            <a:extLst>
              <a:ext uri="{96DAC541-7B7A-43D3-8B79-37D633B846F1}">
                <asvg:svgBlip xmlns:asvg="http://schemas.microsoft.com/office/drawing/2016/SVG/main" r:embed="rId5"/>
              </a:ext>
            </a:extLst>
          </a:blip>
          <a:srcRect l="21453" t="-1" b="33407"/>
          <a:stretch>
            <a:fillRect/>
          </a:stretch>
        </p:blipFill>
        <p:spPr>
          <a:xfrm rot="16200000" flipH="1">
            <a:off x="10990461" y="121657"/>
            <a:ext cx="1323195" cy="1079882"/>
          </a:xfrm>
          <a:prstGeom prst="rect">
            <a:avLst/>
          </a:prstGeom>
        </p:spPr>
      </p:pic>
      <p:cxnSp>
        <p:nvCxnSpPr>
          <p:cNvPr id="14" name="Straight Connector 13"/>
          <p:cNvCxnSpPr/>
          <p:nvPr userDrawn="1"/>
        </p:nvCxnSpPr>
        <p:spPr>
          <a:xfrm>
            <a:off x="6437745" y="1801094"/>
            <a:ext cx="881363" cy="0"/>
          </a:xfrm>
          <a:prstGeom prst="line">
            <a:avLst/>
          </a:prstGeom>
          <a:ln w="19050">
            <a:solidFill>
              <a:srgbClr val="00B0FF"/>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sp>
        <p:nvSpPr>
          <p:cNvPr id="17"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ontent 2 Column">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 name="Text Placeholder 12"/>
          <p:cNvSpPr>
            <a:spLocks noGrp="1"/>
          </p:cNvSpPr>
          <p:nvPr>
            <p:ph type="body" sz="quarter" idx="15" hasCustomPrompt="1"/>
          </p:nvPr>
        </p:nvSpPr>
        <p:spPr>
          <a:xfrm>
            <a:off x="387927" y="747712"/>
            <a:ext cx="4036724" cy="1034471"/>
          </a:xfrm>
        </p:spPr>
        <p:txBody>
          <a:bodyPr anchor="b">
            <a:normAutofit/>
          </a:bodyPr>
          <a:lstStyle>
            <a:lvl1pPr marL="0" indent="0">
              <a:buNone/>
              <a:defRPr sz="1800" b="1">
                <a:latin typeface="+mn-lt"/>
              </a:defRPr>
            </a:lvl1pPr>
            <a:lvl2pPr marL="609600" indent="0">
              <a:buNone/>
              <a:defRPr>
                <a:latin typeface="+mj-lt"/>
              </a:defRPr>
            </a:lvl2pPr>
            <a:lvl3pPr marL="1219200" indent="0">
              <a:buNone/>
              <a:defRPr>
                <a:latin typeface="+mj-lt"/>
              </a:defRPr>
            </a:lvl3pPr>
            <a:lvl4pPr marL="1828800" indent="0">
              <a:buNone/>
              <a:defRPr>
                <a:latin typeface="+mj-lt"/>
              </a:defRPr>
            </a:lvl4pPr>
            <a:lvl5pPr marL="2438400" indent="0">
              <a:buNone/>
              <a:defRPr>
                <a:latin typeface="+mj-lt"/>
              </a:defRPr>
            </a:lvl5pPr>
          </a:lstStyle>
          <a:p>
            <a:r>
              <a:rPr lang="en-US" sz="1600">
                <a:latin typeface="+mj-lt"/>
              </a:rPr>
              <a:t>Click To Edit Header</a:t>
            </a:r>
            <a:endParaRPr lang="en-IN" sz="1600">
              <a:latin typeface="+mj-lt"/>
            </a:endParaRPr>
          </a:p>
        </p:txBody>
      </p:sp>
      <p:sp>
        <p:nvSpPr>
          <p:cNvPr id="3" name="Picture Placeholder 2"/>
          <p:cNvSpPr>
            <a:spLocks noGrp="1"/>
          </p:cNvSpPr>
          <p:nvPr>
            <p:ph type="pic" sz="quarter" idx="12"/>
          </p:nvPr>
        </p:nvSpPr>
        <p:spPr>
          <a:xfrm>
            <a:off x="4733348" y="0"/>
            <a:ext cx="2725305" cy="6857999"/>
          </a:xfrm>
        </p:spPr>
        <p:txBody>
          <a:bodyPr/>
          <a:lstStyle/>
          <a:p>
            <a:endParaRPr lang="en-IN"/>
          </a:p>
        </p:txBody>
      </p:sp>
      <p:sp>
        <p:nvSpPr>
          <p:cNvPr id="11" name="Text Placeholder 8"/>
          <p:cNvSpPr>
            <a:spLocks noGrp="1"/>
          </p:cNvSpPr>
          <p:nvPr>
            <p:ph type="body" sz="quarter" idx="10"/>
          </p:nvPr>
        </p:nvSpPr>
        <p:spPr>
          <a:xfrm>
            <a:off x="387927" y="2071345"/>
            <a:ext cx="4036291" cy="4398728"/>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pic>
        <p:nvPicPr>
          <p:cNvPr id="5" name="Graphic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pic>
        <p:nvPicPr>
          <p:cNvPr id="12" name="Graphic 11"/>
          <p:cNvPicPr>
            <a:picLocks noChangeAspect="1"/>
          </p:cNvPicPr>
          <p:nvPr userDrawn="1"/>
        </p:nvPicPr>
        <p:blipFill rotWithShape="1">
          <a:blip r:embed="rId4">
            <a:extLst>
              <a:ext uri="{96DAC541-7B7A-43D3-8B79-37D633B846F1}">
                <asvg:svgBlip xmlns:asvg="http://schemas.microsoft.com/office/drawing/2016/SVG/main" r:embed="rId5"/>
              </a:ext>
            </a:extLst>
          </a:blip>
          <a:srcRect l="21453" t="-1" b="33407"/>
          <a:stretch>
            <a:fillRect/>
          </a:stretch>
        </p:blipFill>
        <p:spPr>
          <a:xfrm rot="16200000" flipH="1">
            <a:off x="10990461" y="121657"/>
            <a:ext cx="1323195" cy="1079882"/>
          </a:xfrm>
          <a:prstGeom prst="rect">
            <a:avLst/>
          </a:prstGeom>
        </p:spPr>
      </p:pic>
      <p:cxnSp>
        <p:nvCxnSpPr>
          <p:cNvPr id="14" name="Straight Connector 13"/>
          <p:cNvCxnSpPr/>
          <p:nvPr userDrawn="1"/>
        </p:nvCxnSpPr>
        <p:spPr>
          <a:xfrm>
            <a:off x="387927" y="1782183"/>
            <a:ext cx="881363" cy="0"/>
          </a:xfrm>
          <a:prstGeom prst="line">
            <a:avLst/>
          </a:prstGeom>
          <a:ln w="19050">
            <a:solidFill>
              <a:srgbClr val="00B0FF"/>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sp>
        <p:nvSpPr>
          <p:cNvPr id="17"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
        <p:nvSpPr>
          <p:cNvPr id="7" name="Text Placeholder 8"/>
          <p:cNvSpPr>
            <a:spLocks noGrp="1"/>
          </p:cNvSpPr>
          <p:nvPr>
            <p:ph type="body" sz="quarter" idx="13"/>
          </p:nvPr>
        </p:nvSpPr>
        <p:spPr>
          <a:xfrm>
            <a:off x="7763164" y="2071345"/>
            <a:ext cx="4036291" cy="4398728"/>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6" name="Text Placeholder 12"/>
          <p:cNvSpPr>
            <a:spLocks noGrp="1"/>
          </p:cNvSpPr>
          <p:nvPr>
            <p:ph type="body" sz="quarter" idx="14" hasCustomPrompt="1"/>
          </p:nvPr>
        </p:nvSpPr>
        <p:spPr>
          <a:xfrm>
            <a:off x="7763164" y="747712"/>
            <a:ext cx="4036724" cy="1034471"/>
          </a:xfrm>
        </p:spPr>
        <p:txBody>
          <a:bodyPr anchor="b">
            <a:normAutofit/>
          </a:bodyPr>
          <a:lstStyle>
            <a:lvl1pPr marL="0" indent="0">
              <a:buNone/>
              <a:defRPr sz="1800" b="1">
                <a:latin typeface="+mj-lt"/>
              </a:defRPr>
            </a:lvl1pPr>
            <a:lvl2pPr marL="609600" indent="0">
              <a:buNone/>
              <a:defRPr>
                <a:latin typeface="+mj-lt"/>
              </a:defRPr>
            </a:lvl2pPr>
            <a:lvl3pPr marL="1219200" indent="0">
              <a:buNone/>
              <a:defRPr>
                <a:latin typeface="+mj-lt"/>
              </a:defRPr>
            </a:lvl3pPr>
            <a:lvl4pPr marL="1828800" indent="0">
              <a:buNone/>
              <a:defRPr>
                <a:latin typeface="+mj-lt"/>
              </a:defRPr>
            </a:lvl4pPr>
            <a:lvl5pPr marL="2438400" indent="0">
              <a:buNone/>
              <a:defRPr>
                <a:latin typeface="+mj-lt"/>
              </a:defRPr>
            </a:lvl5pPr>
          </a:lstStyle>
          <a:p>
            <a:r>
              <a:rPr lang="en-US" sz="1600">
                <a:latin typeface="+mj-lt"/>
              </a:rPr>
              <a:t>Click To Edit Header</a:t>
            </a:r>
            <a:endParaRPr lang="en-IN" sz="1600">
              <a:latin typeface="+mj-lt"/>
            </a:endParaRPr>
          </a:p>
        </p:txBody>
      </p:sp>
      <p:cxnSp>
        <p:nvCxnSpPr>
          <p:cNvPr id="4" name="Straight Connector 3"/>
          <p:cNvCxnSpPr/>
          <p:nvPr userDrawn="1"/>
        </p:nvCxnSpPr>
        <p:spPr>
          <a:xfrm>
            <a:off x="7763164" y="1782183"/>
            <a:ext cx="881363" cy="0"/>
          </a:xfrm>
          <a:prstGeom prst="line">
            <a:avLst/>
          </a:prstGeom>
          <a:ln w="19050">
            <a:solidFill>
              <a:srgbClr val="00B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ntent 2 Column">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0" name="Title 1"/>
          <p:cNvSpPr>
            <a:spLocks noGrp="1"/>
          </p:cNvSpPr>
          <p:nvPr>
            <p:ph type="title" hasCustomPrompt="1"/>
          </p:nvPr>
        </p:nvSpPr>
        <p:spPr>
          <a:xfrm>
            <a:off x="387927" y="787443"/>
            <a:ext cx="11416146" cy="618838"/>
          </a:xfrm>
          <a:prstGeom prst="rect">
            <a:avLst/>
          </a:prstGeom>
        </p:spPr>
        <p:txBody>
          <a:bodyPr wrap="square" anchor="b">
            <a:normAutofit/>
          </a:bodyPr>
          <a:lstStyle>
            <a:lvl1pPr algn="l">
              <a:lnSpc>
                <a:spcPct val="75000"/>
              </a:lnSpc>
              <a:defRPr sz="3200" b="1" cap="none">
                <a:solidFill>
                  <a:srgbClr val="00283A"/>
                </a:solidFill>
                <a:effectLst/>
                <a:latin typeface="Poppins SemiBold" panose="00000700000000000000" pitchFamily="2" charset="0"/>
                <a:cs typeface="Poppins SemiBold" panose="00000700000000000000" pitchFamily="2" charset="0"/>
              </a:defRPr>
            </a:lvl1pPr>
          </a:lstStyle>
          <a:p>
            <a:r>
              <a:rPr lang="en-US" sz="3200" b="1">
                <a:solidFill>
                  <a:srgbClr val="00283A"/>
                </a:solidFill>
                <a:latin typeface="+mj-lt"/>
              </a:rPr>
              <a:t>Click To Edit Header</a:t>
            </a:r>
            <a:endParaRPr lang="en-IN" sz="3200" b="1">
              <a:solidFill>
                <a:srgbClr val="00283A"/>
              </a:solidFill>
              <a:latin typeface="+mj-lt"/>
            </a:endParaRPr>
          </a:p>
        </p:txBody>
      </p:sp>
      <p:sp>
        <p:nvSpPr>
          <p:cNvPr id="11" name="Text Placeholder 8"/>
          <p:cNvSpPr>
            <a:spLocks noGrp="1"/>
          </p:cNvSpPr>
          <p:nvPr>
            <p:ph type="body" sz="quarter" idx="10"/>
          </p:nvPr>
        </p:nvSpPr>
        <p:spPr>
          <a:xfrm>
            <a:off x="387927" y="1695004"/>
            <a:ext cx="11416146" cy="1814814"/>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pic>
        <p:nvPicPr>
          <p:cNvPr id="5" name="Graphic 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pic>
        <p:nvPicPr>
          <p:cNvPr id="12" name="Graphic 11"/>
          <p:cNvPicPr>
            <a:picLocks noChangeAspect="1"/>
          </p:cNvPicPr>
          <p:nvPr userDrawn="1"/>
        </p:nvPicPr>
        <p:blipFill rotWithShape="1">
          <a:blip r:embed="rId4">
            <a:extLst>
              <a:ext uri="{96DAC541-7B7A-43D3-8B79-37D633B846F1}">
                <asvg:svgBlip xmlns:asvg="http://schemas.microsoft.com/office/drawing/2016/SVG/main" r:embed="rId5"/>
              </a:ext>
            </a:extLst>
          </a:blip>
          <a:srcRect l="21453" t="-1" b="33407"/>
          <a:stretch>
            <a:fillRect/>
          </a:stretch>
        </p:blipFill>
        <p:spPr>
          <a:xfrm rot="16200000" flipH="1">
            <a:off x="10990461" y="121657"/>
            <a:ext cx="1323195" cy="1079882"/>
          </a:xfrm>
          <a:prstGeom prst="rect">
            <a:avLst/>
          </a:prstGeom>
        </p:spPr>
      </p:pic>
      <p:sp>
        <p:nvSpPr>
          <p:cNvPr id="15" name="TextBox 1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sp>
        <p:nvSpPr>
          <p:cNvPr id="17"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
        <p:nvSpPr>
          <p:cNvPr id="3" name="Picture Placeholder 2"/>
          <p:cNvSpPr>
            <a:spLocks noGrp="1"/>
          </p:cNvSpPr>
          <p:nvPr>
            <p:ph type="pic" sz="quarter" idx="12"/>
          </p:nvPr>
        </p:nvSpPr>
        <p:spPr>
          <a:xfrm>
            <a:off x="0" y="3788786"/>
            <a:ext cx="12192000" cy="2681287"/>
          </a:xfrm>
        </p:spPr>
        <p:txBody>
          <a:bodyPr/>
          <a:lstStyle/>
          <a:p>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ontent 2 Column">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3" name="Picture Placeholder 2"/>
          <p:cNvSpPr>
            <a:spLocks noGrp="1"/>
          </p:cNvSpPr>
          <p:nvPr>
            <p:ph type="pic" sz="quarter" idx="12"/>
          </p:nvPr>
        </p:nvSpPr>
        <p:spPr>
          <a:xfrm>
            <a:off x="0" y="0"/>
            <a:ext cx="6197600" cy="6857999"/>
          </a:xfrm>
        </p:spPr>
        <p:txBody>
          <a:bodyPr/>
          <a:lstStyle/>
          <a:p>
            <a:endParaRPr lang="en-IN"/>
          </a:p>
        </p:txBody>
      </p:sp>
      <p:sp>
        <p:nvSpPr>
          <p:cNvPr id="10" name="Title 1"/>
          <p:cNvSpPr>
            <a:spLocks noGrp="1"/>
          </p:cNvSpPr>
          <p:nvPr>
            <p:ph type="title" hasCustomPrompt="1"/>
          </p:nvPr>
        </p:nvSpPr>
        <p:spPr>
          <a:xfrm>
            <a:off x="6437745" y="748149"/>
            <a:ext cx="5366328" cy="1034473"/>
          </a:xfrm>
          <a:prstGeom prst="rect">
            <a:avLst/>
          </a:prstGeom>
        </p:spPr>
        <p:txBody>
          <a:bodyPr wrap="square" anchor="b">
            <a:normAutofit/>
          </a:bodyPr>
          <a:lstStyle>
            <a:lvl1pPr algn="l">
              <a:lnSpc>
                <a:spcPct val="75000"/>
              </a:lnSpc>
              <a:defRPr sz="2800" b="1" cap="none">
                <a:solidFill>
                  <a:srgbClr val="00283A"/>
                </a:solidFill>
                <a:effectLst/>
                <a:latin typeface="Poppins SemiBold" panose="00000700000000000000" pitchFamily="2" charset="0"/>
                <a:cs typeface="Poppins SemiBold" panose="00000700000000000000" pitchFamily="2" charset="0"/>
              </a:defRPr>
            </a:lvl1pPr>
          </a:lstStyle>
          <a:p>
            <a:r>
              <a:rPr lang="en-US" sz="3200" b="1">
                <a:solidFill>
                  <a:srgbClr val="00283A"/>
                </a:solidFill>
                <a:latin typeface="+mj-lt"/>
              </a:rPr>
              <a:t>Click To Edit Header</a:t>
            </a:r>
            <a:endParaRPr lang="en-IN" sz="3200" b="1">
              <a:solidFill>
                <a:srgbClr val="00283A"/>
              </a:solidFill>
              <a:latin typeface="+mj-lt"/>
            </a:endParaRPr>
          </a:p>
        </p:txBody>
      </p:sp>
      <p:sp>
        <p:nvSpPr>
          <p:cNvPr id="11" name="Text Placeholder 8"/>
          <p:cNvSpPr>
            <a:spLocks noGrp="1"/>
          </p:cNvSpPr>
          <p:nvPr>
            <p:ph type="body" sz="quarter" idx="10"/>
          </p:nvPr>
        </p:nvSpPr>
        <p:spPr>
          <a:xfrm>
            <a:off x="6437745" y="2071345"/>
            <a:ext cx="5366328" cy="4398728"/>
          </a:xfrm>
          <a:prstGeom prst="rect">
            <a:avLst/>
          </a:prstGeom>
        </p:spPr>
        <p:txBody>
          <a:bodyPr>
            <a:normAutofit/>
          </a:bodyPr>
          <a:lstStyle>
            <a:lvl1pPr marL="284480" indent="-284480">
              <a:defRPr sz="1600">
                <a:solidFill>
                  <a:srgbClr val="00283A"/>
                </a:solidFill>
              </a:defRPr>
            </a:lvl1pPr>
            <a:lvl2pPr marL="568325" indent="-284480">
              <a:defRPr sz="1465">
                <a:solidFill>
                  <a:srgbClr val="00283A"/>
                </a:solidFill>
              </a:defRPr>
            </a:lvl2pPr>
            <a:lvl3pPr marL="803275" indent="-234950">
              <a:defRPr sz="1400">
                <a:solidFill>
                  <a:srgbClr val="00283A"/>
                </a:solidFill>
              </a:defRPr>
            </a:lvl3pPr>
            <a:lvl4pPr marL="1087755" indent="-284480">
              <a:defRPr sz="1335">
                <a:solidFill>
                  <a:srgbClr val="00283A"/>
                </a:solidFill>
              </a:defRPr>
            </a:lvl4pPr>
            <a:lvl5pPr marL="1310005" indent="-222250">
              <a:defRPr sz="1335">
                <a:solidFill>
                  <a:srgbClr val="00283A"/>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pic>
        <p:nvPicPr>
          <p:cNvPr id="12" name="Graphic 11"/>
          <p:cNvPicPr>
            <a:picLocks noChangeAspect="1"/>
          </p:cNvPicPr>
          <p:nvPr userDrawn="1"/>
        </p:nvPicPr>
        <p:blipFill rotWithShape="1">
          <a:blip r:embed="rId2">
            <a:extLst>
              <a:ext uri="{96DAC541-7B7A-43D3-8B79-37D633B846F1}">
                <asvg:svgBlip xmlns:asvg="http://schemas.microsoft.com/office/drawing/2016/SVG/main" r:embed="rId3"/>
              </a:ext>
            </a:extLst>
          </a:blip>
          <a:srcRect l="21453" t="-1" b="33407"/>
          <a:stretch>
            <a:fillRect/>
          </a:stretch>
        </p:blipFill>
        <p:spPr>
          <a:xfrm rot="16200000" flipH="1">
            <a:off x="10990461" y="121657"/>
            <a:ext cx="1323195" cy="1079882"/>
          </a:xfrm>
          <a:prstGeom prst="rect">
            <a:avLst/>
          </a:prstGeom>
        </p:spPr>
      </p:pic>
      <p:cxnSp>
        <p:nvCxnSpPr>
          <p:cNvPr id="14" name="Straight Connector 13"/>
          <p:cNvCxnSpPr/>
          <p:nvPr userDrawn="1"/>
        </p:nvCxnSpPr>
        <p:spPr>
          <a:xfrm>
            <a:off x="6437745" y="1801094"/>
            <a:ext cx="881363" cy="0"/>
          </a:xfrm>
          <a:prstGeom prst="line">
            <a:avLst/>
          </a:prstGeom>
          <a:ln w="19050">
            <a:solidFill>
              <a:srgbClr val="00B0FF"/>
            </a:solidFill>
          </a:ln>
        </p:spPr>
        <p:style>
          <a:lnRef idx="1">
            <a:schemeClr val="accent1"/>
          </a:lnRef>
          <a:fillRef idx="0">
            <a:schemeClr val="accent1"/>
          </a:fillRef>
          <a:effectRef idx="0">
            <a:schemeClr val="accent1"/>
          </a:effectRef>
          <a:fontRef idx="minor">
            <a:schemeClr val="tx1"/>
          </a:fontRef>
        </p:style>
      </p:cxnSp>
      <p:sp>
        <p:nvSpPr>
          <p:cNvPr id="17"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ull Page Image + Title + Body ">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0" y="0"/>
            <a:ext cx="12191999" cy="6858000"/>
          </a:xfrm>
          <a:prstGeom prst="rect">
            <a:avLst/>
          </a:prstGeom>
        </p:spPr>
        <p:txBody>
          <a:bodyPr>
            <a:normAutofit/>
          </a:bodyPr>
          <a:lstStyle>
            <a:lvl1pPr>
              <a:buNone/>
              <a:defRPr sz="2135"/>
            </a:lvl1pPr>
          </a:lstStyle>
          <a:p>
            <a:r>
              <a:rPr lang="en-US"/>
              <a:t>Click icon to add picture</a:t>
            </a:r>
            <a:endParaRPr lang="en-IN"/>
          </a:p>
        </p:txBody>
      </p:sp>
      <p:sp>
        <p:nvSpPr>
          <p:cNvPr id="7" name="Title 1"/>
          <p:cNvSpPr>
            <a:spLocks noGrp="1"/>
          </p:cNvSpPr>
          <p:nvPr>
            <p:ph type="title"/>
          </p:nvPr>
        </p:nvSpPr>
        <p:spPr>
          <a:xfrm>
            <a:off x="8688288" y="2636851"/>
            <a:ext cx="2784309" cy="2016224"/>
          </a:xfrm>
          <a:prstGeom prst="rect">
            <a:avLst/>
          </a:prstGeom>
        </p:spPr>
        <p:txBody>
          <a:bodyPr wrap="square" anchor="b">
            <a:normAutofit/>
          </a:bodyPr>
          <a:lstStyle>
            <a:lvl1pPr algn="ctr">
              <a:lnSpc>
                <a:spcPct val="75000"/>
              </a:lnSpc>
              <a:defRPr sz="2800" b="1" cap="all">
                <a:solidFill>
                  <a:schemeClr val="bg1"/>
                </a:solidFill>
                <a:effectLst/>
              </a:defRPr>
            </a:lvl1pPr>
          </a:lstStyle>
          <a:p>
            <a:r>
              <a:rPr lang="en-US"/>
              <a:t>Click to edit Master title style</a:t>
            </a:r>
            <a:endParaRPr lang="en-IN"/>
          </a:p>
        </p:txBody>
      </p:sp>
      <p:sp>
        <p:nvSpPr>
          <p:cNvPr id="13" name="Text Placeholder 3"/>
          <p:cNvSpPr>
            <a:spLocks noGrp="1" noChangeAspect="1"/>
          </p:cNvSpPr>
          <p:nvPr>
            <p:ph type="body" sz="half" idx="2"/>
          </p:nvPr>
        </p:nvSpPr>
        <p:spPr>
          <a:xfrm>
            <a:off x="8688288" y="4677139"/>
            <a:ext cx="2784309" cy="1440160"/>
          </a:xfrm>
          <a:prstGeom prst="rect">
            <a:avLst/>
          </a:prstGeom>
        </p:spPr>
        <p:txBody>
          <a:bodyPr wrap="square">
            <a:noAutofit/>
          </a:bodyPr>
          <a:lstStyle>
            <a:lvl1pPr marL="0" indent="0" algn="ctr">
              <a:buNone/>
              <a:defRPr sz="1400">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Click to edit Master text styles</a:t>
            </a:r>
            <a:endParaRPr lang="en-US"/>
          </a:p>
        </p:txBody>
      </p:sp>
      <p:sp>
        <p:nvSpPr>
          <p:cNvPr id="3"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ull Page Image + Title + Body ">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0" y="0"/>
            <a:ext cx="12191999" cy="6858000"/>
          </a:xfrm>
          <a:prstGeom prst="rect">
            <a:avLst/>
          </a:prstGeom>
        </p:spPr>
        <p:txBody>
          <a:bodyPr>
            <a:normAutofit/>
          </a:bodyPr>
          <a:lstStyle>
            <a:lvl1pPr>
              <a:buNone/>
              <a:defRPr sz="2135"/>
            </a:lvl1pPr>
          </a:lstStyle>
          <a:p>
            <a:r>
              <a:rPr lang="en-US"/>
              <a:t>Click icon to add picture</a:t>
            </a:r>
            <a:endParaRPr lang="en-IN"/>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1448337" y="6321510"/>
            <a:ext cx="467630" cy="265519"/>
          </a:xfrm>
          <a:prstGeom prst="rect">
            <a:avLst/>
          </a:prstGeom>
        </p:spPr>
      </p:pic>
      <p:sp>
        <p:nvSpPr>
          <p:cNvPr id="2"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BG Green">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rgbClr val="040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 name="Title 1"/>
          <p:cNvSpPr>
            <a:spLocks noGrp="1"/>
          </p:cNvSpPr>
          <p:nvPr>
            <p:ph type="title" hasCustomPrompt="1"/>
          </p:nvPr>
        </p:nvSpPr>
        <p:spPr>
          <a:xfrm>
            <a:off x="1871531" y="3225387"/>
            <a:ext cx="8448939" cy="407227"/>
          </a:xfrm>
          <a:prstGeom prst="rect">
            <a:avLst/>
          </a:prstGeom>
        </p:spPr>
        <p:txBody>
          <a:bodyPr wrap="square" anchor="ctr">
            <a:spAutoFit/>
          </a:bodyPr>
          <a:lstStyle>
            <a:lvl1pPr algn="ctr">
              <a:lnSpc>
                <a:spcPct val="85000"/>
              </a:lnSpc>
              <a:defRPr sz="2400" b="1" i="1" cap="none">
                <a:solidFill>
                  <a:schemeClr val="bg1"/>
                </a:solidFill>
                <a:latin typeface="+mn-lt"/>
              </a:defRPr>
            </a:lvl1pPr>
          </a:lstStyle>
          <a:p>
            <a:r>
              <a:rPr lang="en-US"/>
              <a:t>Click to edit master title style</a:t>
            </a:r>
            <a:endParaRPr lang="en-IN"/>
          </a:p>
        </p:txBody>
      </p:sp>
      <p:sp>
        <p:nvSpPr>
          <p:cNvPr id="8" name="Title 1"/>
          <p:cNvSpPr txBox="1"/>
          <p:nvPr userDrawn="1"/>
        </p:nvSpPr>
        <p:spPr>
          <a:xfrm>
            <a:off x="1871531" y="1796819"/>
            <a:ext cx="524404" cy="943785"/>
          </a:xfrm>
          <a:prstGeom prst="rect">
            <a:avLst/>
          </a:prstGeom>
        </p:spPr>
        <p:txBody>
          <a:bodyPr vert="horz" wrap="square" lIns="121920" tIns="60960" rIns="121920" bIns="60960" rtlCol="0" anchor="t">
            <a:spAutoFit/>
          </a:bodyPr>
          <a:lstStyle>
            <a:lvl1pPr algn="l">
              <a:defRPr sz="4000" b="1" cap="all"/>
            </a:lvl1pPr>
          </a:lstStyle>
          <a:p>
            <a:pPr marL="0" marR="0" lvl="0" indent="0" algn="l" defTabSz="1219200" rtl="0" eaLnBrk="1" fontAlgn="auto" latinLnBrk="0" hangingPunct="1">
              <a:lnSpc>
                <a:spcPct val="100000"/>
              </a:lnSpc>
              <a:spcBef>
                <a:spcPct val="0"/>
              </a:spcBef>
              <a:spcAft>
                <a:spcPts val="0"/>
              </a:spcAft>
              <a:buClrTx/>
              <a:buSzTx/>
              <a:buFontTx/>
              <a:buNone/>
              <a:defRPr/>
            </a:pPr>
            <a:r>
              <a:rPr kumimoji="0" lang="en-US" sz="5335" b="0" i="0" u="none" strike="noStrike" kern="1200" cap="all" spc="0" normalizeH="0" baseline="0" noProof="0">
                <a:ln>
                  <a:noFill/>
                </a:ln>
                <a:solidFill>
                  <a:srgbClr val="004BFF"/>
                </a:solidFill>
                <a:effectLst/>
                <a:uLnTx/>
                <a:uFillTx/>
                <a:latin typeface="+mj-lt"/>
                <a:ea typeface="+mj-ea"/>
                <a:cs typeface="+mj-cs"/>
              </a:rPr>
              <a:t>“</a:t>
            </a:r>
            <a:endParaRPr kumimoji="0" lang="en-IN" sz="5335" b="0" i="0" u="none" strike="noStrike" kern="1200" cap="all" spc="0" normalizeH="0" baseline="0" noProof="0">
              <a:ln>
                <a:noFill/>
              </a:ln>
              <a:solidFill>
                <a:srgbClr val="004BFF"/>
              </a:solidFill>
              <a:effectLst/>
              <a:uLnTx/>
              <a:uFillTx/>
              <a:latin typeface="+mj-lt"/>
              <a:ea typeface="+mj-ea"/>
              <a:cs typeface="+mj-cs"/>
            </a:endParaRPr>
          </a:p>
        </p:txBody>
      </p:sp>
      <p:sp>
        <p:nvSpPr>
          <p:cNvPr id="9" name="Rectangle 8"/>
          <p:cNvSpPr/>
          <p:nvPr/>
        </p:nvSpPr>
        <p:spPr>
          <a:xfrm>
            <a:off x="9894712" y="4473503"/>
            <a:ext cx="328936" cy="584775"/>
          </a:xfrm>
          <a:prstGeom prst="rect">
            <a:avLst/>
          </a:prstGeom>
        </p:spPr>
        <p:txBody>
          <a:bodyPr wrap="none">
            <a:spAutoFit/>
          </a:bodyPr>
          <a:lstStyle/>
          <a:p>
            <a:r>
              <a:rPr kumimoji="0" lang="en-US" sz="3200" b="0" i="0" u="none" strike="noStrike" kern="1200" cap="all" spc="0" normalizeH="0" baseline="0" noProof="0">
                <a:ln>
                  <a:noFill/>
                </a:ln>
                <a:solidFill>
                  <a:srgbClr val="004BFF"/>
                </a:solidFill>
                <a:effectLst/>
                <a:uLnTx/>
                <a:uFillTx/>
                <a:latin typeface="+mn-lt"/>
                <a:ea typeface="+mn-ea"/>
                <a:cs typeface="+mn-cs"/>
              </a:rPr>
              <a:t>”</a:t>
            </a:r>
            <a:endParaRPr lang="en-IN" sz="3200" b="0">
              <a:solidFill>
                <a:srgbClr val="004BFF"/>
              </a:solidFill>
            </a:endParaRPr>
          </a:p>
        </p:txBody>
      </p:sp>
      <p:pic>
        <p:nvPicPr>
          <p:cNvPr id="11" name="Graphic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70000" cy="333208"/>
          </a:xfrm>
          <a:prstGeom prst="rect">
            <a:avLst/>
          </a:prstGeom>
        </p:spPr>
      </p:pic>
      <p:sp>
        <p:nvSpPr>
          <p:cNvPr id="4" name="Slide Number Placeholder 16"/>
          <p:cNvSpPr>
            <a:spLocks noGrp="1"/>
          </p:cNvSpPr>
          <p:nvPr>
            <p:ph type="sldNum" sz="quarter" idx="11"/>
          </p:nvPr>
        </p:nvSpPr>
        <p:spPr>
          <a:xfrm>
            <a:off x="11068434" y="6553158"/>
            <a:ext cx="828000" cy="252461"/>
          </a:xfrm>
        </p:spPr>
        <p:txBody>
          <a:bodyPr/>
          <a:lstStyle>
            <a:lvl1pPr>
              <a:defRPr>
                <a:solidFill>
                  <a:schemeClr val="bg1"/>
                </a:solidFill>
              </a:defRPr>
            </a:lvl1pPr>
          </a:lstStyle>
          <a:p>
            <a:fld id="{24696A60-DB0A-470E-AAFD-A57EC3EA0701}" type="slidenum">
              <a:rPr lang="en-IN" smtClean="0"/>
            </a:fld>
            <a:endParaRPr lang="en-IN"/>
          </a:p>
        </p:txBody>
      </p:sp>
      <p:pic>
        <p:nvPicPr>
          <p:cNvPr id="5" name="Picture 4"/>
          <p:cNvPicPr>
            <a:picLocks noChangeAspect="1"/>
          </p:cNvPicPr>
          <p:nvPr userDrawn="1"/>
        </p:nvPicPr>
        <p:blipFill rotWithShape="1">
          <a:blip r:embed="rId4" cstate="print">
            <a:extLst>
              <a:ext uri="{28A0092B-C50C-407E-A947-70E740481C1C}">
                <a14:useLocalDpi xmlns:a14="http://schemas.microsoft.com/office/drawing/2010/main" val="0"/>
              </a:ext>
            </a:extLst>
          </a:blip>
          <a:srcRect l="62629" t="15710" b="8293"/>
          <a:stretch>
            <a:fillRect/>
          </a:stretch>
        </p:blipFill>
        <p:spPr>
          <a:xfrm>
            <a:off x="11379415" y="363250"/>
            <a:ext cx="812585" cy="1355559"/>
          </a:xfrm>
          <a:prstGeom prst="rect">
            <a:avLst/>
          </a:prstGeom>
        </p:spPr>
      </p:pic>
      <p:pic>
        <p:nvPicPr>
          <p:cNvPr id="7" name="Picture 6"/>
          <p:cNvPicPr>
            <a:picLocks noChangeAspect="1"/>
          </p:cNvPicPr>
          <p:nvPr userDrawn="1"/>
        </p:nvPicPr>
        <p:blipFill rotWithShape="1">
          <a:blip r:embed="rId4" cstate="print">
            <a:extLst>
              <a:ext uri="{28A0092B-C50C-407E-A947-70E740481C1C}">
                <a14:useLocalDpi xmlns:a14="http://schemas.microsoft.com/office/drawing/2010/main" val="0"/>
              </a:ext>
            </a:extLst>
          </a:blip>
          <a:srcRect l="62629" t="15710" b="8293"/>
          <a:stretch>
            <a:fillRect/>
          </a:stretch>
        </p:blipFill>
        <p:spPr>
          <a:xfrm flipH="1">
            <a:off x="0" y="5511677"/>
            <a:ext cx="812585" cy="135555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Quote BG Green">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 name="Title 1"/>
          <p:cNvSpPr>
            <a:spLocks noGrp="1"/>
          </p:cNvSpPr>
          <p:nvPr>
            <p:ph type="title" hasCustomPrompt="1"/>
          </p:nvPr>
        </p:nvSpPr>
        <p:spPr>
          <a:xfrm>
            <a:off x="1871531" y="3225387"/>
            <a:ext cx="8448939" cy="407227"/>
          </a:xfrm>
          <a:prstGeom prst="rect">
            <a:avLst/>
          </a:prstGeom>
        </p:spPr>
        <p:txBody>
          <a:bodyPr wrap="square" anchor="ctr">
            <a:spAutoFit/>
          </a:bodyPr>
          <a:lstStyle>
            <a:lvl1pPr algn="ctr">
              <a:lnSpc>
                <a:spcPct val="85000"/>
              </a:lnSpc>
              <a:defRPr sz="2400" b="1" i="1" cap="none">
                <a:solidFill>
                  <a:srgbClr val="040824"/>
                </a:solidFill>
                <a:latin typeface="+mn-lt"/>
              </a:defRPr>
            </a:lvl1pPr>
          </a:lstStyle>
          <a:p>
            <a:r>
              <a:rPr lang="en-US"/>
              <a:t>Click to edit master title style</a:t>
            </a:r>
            <a:endParaRPr lang="en-IN"/>
          </a:p>
        </p:txBody>
      </p:sp>
      <p:sp>
        <p:nvSpPr>
          <p:cNvPr id="8" name="Title 1"/>
          <p:cNvSpPr txBox="1"/>
          <p:nvPr userDrawn="1"/>
        </p:nvSpPr>
        <p:spPr>
          <a:xfrm>
            <a:off x="1871531" y="1796819"/>
            <a:ext cx="524404" cy="943785"/>
          </a:xfrm>
          <a:prstGeom prst="rect">
            <a:avLst/>
          </a:prstGeom>
        </p:spPr>
        <p:txBody>
          <a:bodyPr vert="horz" wrap="square" lIns="121920" tIns="60960" rIns="121920" bIns="60960" rtlCol="0" anchor="t">
            <a:spAutoFit/>
          </a:bodyPr>
          <a:lstStyle>
            <a:lvl1pPr algn="l">
              <a:defRPr sz="4000" b="1" cap="all"/>
            </a:lvl1pPr>
          </a:lstStyle>
          <a:p>
            <a:pPr marL="0" marR="0" lvl="0" indent="0" algn="l" defTabSz="1219200" rtl="0" eaLnBrk="1" fontAlgn="auto" latinLnBrk="0" hangingPunct="1">
              <a:lnSpc>
                <a:spcPct val="100000"/>
              </a:lnSpc>
              <a:spcBef>
                <a:spcPct val="0"/>
              </a:spcBef>
              <a:spcAft>
                <a:spcPts val="0"/>
              </a:spcAft>
              <a:buClrTx/>
              <a:buSzTx/>
              <a:buFontTx/>
              <a:buNone/>
              <a:defRPr/>
            </a:pPr>
            <a:r>
              <a:rPr kumimoji="0" lang="en-US" sz="5335" b="0" i="0" u="none" strike="noStrike" kern="1200" cap="all" spc="0" normalizeH="0" baseline="0" noProof="0">
                <a:ln>
                  <a:noFill/>
                </a:ln>
                <a:solidFill>
                  <a:srgbClr val="004BFF"/>
                </a:solidFill>
                <a:effectLst/>
                <a:uLnTx/>
                <a:uFillTx/>
                <a:latin typeface="+mj-lt"/>
                <a:ea typeface="+mj-ea"/>
                <a:cs typeface="+mj-cs"/>
              </a:rPr>
              <a:t>“</a:t>
            </a:r>
            <a:endParaRPr kumimoji="0" lang="en-IN" sz="5335" b="0" i="0" u="none" strike="noStrike" kern="1200" cap="all" spc="0" normalizeH="0" baseline="0" noProof="0">
              <a:ln>
                <a:noFill/>
              </a:ln>
              <a:solidFill>
                <a:srgbClr val="004BFF"/>
              </a:solidFill>
              <a:effectLst/>
              <a:uLnTx/>
              <a:uFillTx/>
              <a:latin typeface="+mj-lt"/>
              <a:ea typeface="+mj-ea"/>
              <a:cs typeface="+mj-cs"/>
            </a:endParaRPr>
          </a:p>
        </p:txBody>
      </p:sp>
      <p:sp>
        <p:nvSpPr>
          <p:cNvPr id="9" name="Rectangle 8"/>
          <p:cNvSpPr/>
          <p:nvPr/>
        </p:nvSpPr>
        <p:spPr>
          <a:xfrm>
            <a:off x="9894712" y="4473503"/>
            <a:ext cx="328936" cy="584775"/>
          </a:xfrm>
          <a:prstGeom prst="rect">
            <a:avLst/>
          </a:prstGeom>
        </p:spPr>
        <p:txBody>
          <a:bodyPr wrap="none">
            <a:spAutoFit/>
          </a:bodyPr>
          <a:lstStyle/>
          <a:p>
            <a:r>
              <a:rPr kumimoji="0" lang="en-US" sz="3200" b="0" i="0" u="none" strike="noStrike" kern="1200" cap="all" spc="0" normalizeH="0" baseline="0" noProof="0">
                <a:ln>
                  <a:noFill/>
                </a:ln>
                <a:solidFill>
                  <a:srgbClr val="004BFF"/>
                </a:solidFill>
                <a:effectLst/>
                <a:uLnTx/>
                <a:uFillTx/>
                <a:latin typeface="+mn-lt"/>
                <a:ea typeface="+mn-ea"/>
                <a:cs typeface="+mn-cs"/>
              </a:rPr>
              <a:t>”</a:t>
            </a:r>
            <a:endParaRPr lang="en-IN" sz="3200" b="0">
              <a:solidFill>
                <a:srgbClr val="004BFF"/>
              </a:solidFill>
            </a:endParaRPr>
          </a:p>
        </p:txBody>
      </p:sp>
      <p:pic>
        <p:nvPicPr>
          <p:cNvPr id="4" name="Graphic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sp>
        <p:nvSpPr>
          <p:cNvPr id="3"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pic>
        <p:nvPicPr>
          <p:cNvPr id="5" name="Picture 4"/>
          <p:cNvPicPr>
            <a:picLocks noChangeAspect="1"/>
          </p:cNvPicPr>
          <p:nvPr userDrawn="1"/>
        </p:nvPicPr>
        <p:blipFill rotWithShape="1">
          <a:blip r:embed="rId4" cstate="print">
            <a:extLst>
              <a:ext uri="{28A0092B-C50C-407E-A947-70E740481C1C}">
                <a14:useLocalDpi xmlns:a14="http://schemas.microsoft.com/office/drawing/2010/main" val="0"/>
              </a:ext>
            </a:extLst>
          </a:blip>
          <a:srcRect l="62629" t="15710" b="8293"/>
          <a:stretch>
            <a:fillRect/>
          </a:stretch>
        </p:blipFill>
        <p:spPr>
          <a:xfrm>
            <a:off x="11379415" y="363250"/>
            <a:ext cx="812585" cy="1355559"/>
          </a:xfrm>
          <a:prstGeom prst="rect">
            <a:avLst/>
          </a:prstGeom>
        </p:spPr>
      </p:pic>
      <p:pic>
        <p:nvPicPr>
          <p:cNvPr id="18" name="Picture 17"/>
          <p:cNvPicPr>
            <a:picLocks noChangeAspect="1"/>
          </p:cNvPicPr>
          <p:nvPr userDrawn="1"/>
        </p:nvPicPr>
        <p:blipFill rotWithShape="1">
          <a:blip r:embed="rId5" cstate="print">
            <a:extLst>
              <a:ext uri="{28A0092B-C50C-407E-A947-70E740481C1C}">
                <a14:useLocalDpi xmlns:a14="http://schemas.microsoft.com/office/drawing/2010/main" val="0"/>
              </a:ext>
            </a:extLst>
          </a:blip>
          <a:srcRect l="56404"/>
          <a:stretch>
            <a:fillRect/>
          </a:stretch>
        </p:blipFill>
        <p:spPr>
          <a:xfrm>
            <a:off x="11244058" y="58923"/>
            <a:ext cx="947942" cy="1783690"/>
          </a:xfrm>
          <a:prstGeom prst="rect">
            <a:avLst/>
          </a:prstGeom>
        </p:spPr>
      </p:pic>
      <p:pic>
        <p:nvPicPr>
          <p:cNvPr id="19" name="Picture 18"/>
          <p:cNvPicPr>
            <a:picLocks noChangeAspect="1"/>
          </p:cNvPicPr>
          <p:nvPr userDrawn="1"/>
        </p:nvPicPr>
        <p:blipFill rotWithShape="1">
          <a:blip r:embed="rId5" cstate="print">
            <a:extLst>
              <a:ext uri="{28A0092B-C50C-407E-A947-70E740481C1C}">
                <a14:useLocalDpi xmlns:a14="http://schemas.microsoft.com/office/drawing/2010/main" val="0"/>
              </a:ext>
            </a:extLst>
          </a:blip>
          <a:srcRect l="56404" t="15359" b="9932"/>
          <a:stretch>
            <a:fillRect/>
          </a:stretch>
        </p:blipFill>
        <p:spPr>
          <a:xfrm flipH="1">
            <a:off x="0" y="5525441"/>
            <a:ext cx="947942" cy="1332559"/>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ntent 3 Column">
    <p:spTree>
      <p:nvGrpSpPr>
        <p:cNvPr id="1" name=""/>
        <p:cNvGrpSpPr/>
        <p:nvPr/>
      </p:nvGrpSpPr>
      <p:grpSpPr>
        <a:xfrm>
          <a:off x="0" y="0"/>
          <a:ext cx="0" cy="0"/>
          <a:chOff x="0" y="0"/>
          <a:chExt cx="0" cy="0"/>
        </a:xfrm>
      </p:grpSpPr>
      <p:cxnSp>
        <p:nvCxnSpPr>
          <p:cNvPr id="15" name="Straight Connector 14"/>
          <p:cNvCxnSpPr/>
          <p:nvPr userDrawn="1"/>
        </p:nvCxnSpPr>
        <p:spPr>
          <a:xfrm>
            <a:off x="2409681" y="3322489"/>
            <a:ext cx="7372639" cy="0"/>
          </a:xfrm>
          <a:prstGeom prst="line">
            <a:avLst/>
          </a:prstGeom>
          <a:ln w="317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Text Placeholder 9"/>
          <p:cNvSpPr>
            <a:spLocks noGrp="1"/>
          </p:cNvSpPr>
          <p:nvPr>
            <p:ph type="body" sz="quarter" idx="12" hasCustomPrompt="1"/>
          </p:nvPr>
        </p:nvSpPr>
        <p:spPr>
          <a:xfrm>
            <a:off x="2726724" y="2603618"/>
            <a:ext cx="6738552" cy="444500"/>
          </a:xfrm>
        </p:spPr>
        <p:txBody>
          <a:bodyPr>
            <a:noAutofit/>
          </a:bodyPr>
          <a:lstStyle>
            <a:lvl1pPr marL="0" indent="0" algn="ctr">
              <a:buNone/>
              <a:defRPr sz="2800" b="1">
                <a:solidFill>
                  <a:srgbClr val="040824"/>
                </a:solidFill>
              </a:defRPr>
            </a:lvl1pPr>
          </a:lstStyle>
          <a:p>
            <a:pPr lvl="0"/>
            <a:r>
              <a:rPr lang="en-US"/>
              <a:t>Click to Edit Header</a:t>
            </a:r>
            <a:endParaRPr lang="en-IN"/>
          </a:p>
        </p:txBody>
      </p:sp>
      <p:sp>
        <p:nvSpPr>
          <p:cNvPr id="19" name="Text Placeholder 9"/>
          <p:cNvSpPr>
            <a:spLocks noGrp="1"/>
          </p:cNvSpPr>
          <p:nvPr>
            <p:ph type="body" sz="quarter" idx="13" hasCustomPrompt="1"/>
          </p:nvPr>
        </p:nvSpPr>
        <p:spPr>
          <a:xfrm>
            <a:off x="3201988" y="3598554"/>
            <a:ext cx="5788025" cy="339670"/>
          </a:xfrm>
        </p:spPr>
        <p:txBody>
          <a:bodyPr>
            <a:noAutofit/>
          </a:bodyPr>
          <a:lstStyle>
            <a:lvl1pPr marL="0" indent="0" algn="ctr">
              <a:buNone/>
              <a:defRPr sz="1400" b="0">
                <a:solidFill>
                  <a:srgbClr val="004BFF"/>
                </a:solidFill>
              </a:defRPr>
            </a:lvl1pPr>
          </a:lstStyle>
          <a:p>
            <a:pPr lvl="0"/>
            <a:r>
              <a:rPr lang="en-US"/>
              <a:t>Click to Edit Header</a:t>
            </a:r>
            <a:endParaRPr lang="en-IN"/>
          </a:p>
        </p:txBody>
      </p:sp>
      <p:pic>
        <p:nvPicPr>
          <p:cNvPr id="3" name="Graphic 2"/>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pic>
        <p:nvPicPr>
          <p:cNvPr id="4" name="Picture 3"/>
          <p:cNvPicPr>
            <a:picLocks noChangeAspect="1"/>
          </p:cNvPicPr>
          <p:nvPr userDrawn="1"/>
        </p:nvPicPr>
        <p:blipFill rotWithShape="1">
          <a:blip r:embed="rId4" cstate="print">
            <a:extLst>
              <a:ext uri="{28A0092B-C50C-407E-A947-70E740481C1C}">
                <a14:useLocalDpi xmlns:a14="http://schemas.microsoft.com/office/drawing/2010/main" val="0"/>
              </a:ext>
            </a:extLst>
          </a:blip>
          <a:srcRect l="56404"/>
          <a:stretch>
            <a:fillRect/>
          </a:stretch>
        </p:blipFill>
        <p:spPr>
          <a:xfrm>
            <a:off x="11044990" y="4699735"/>
            <a:ext cx="1147010" cy="2158265"/>
          </a:xfrm>
          <a:prstGeom prst="rect">
            <a:avLst/>
          </a:prstGeom>
        </p:spPr>
      </p:pic>
      <p:sp>
        <p:nvSpPr>
          <p:cNvPr id="2" name="Slide Number Placeholder 16"/>
          <p:cNvSpPr>
            <a:spLocks noGrp="1"/>
          </p:cNvSpPr>
          <p:nvPr>
            <p:ph type="sldNum" sz="quarter" idx="11"/>
          </p:nvPr>
        </p:nvSpPr>
        <p:spPr>
          <a:xfrm>
            <a:off x="11068434" y="6553158"/>
            <a:ext cx="828000" cy="252461"/>
          </a:xfrm>
        </p:spPr>
        <p:txBody>
          <a:bodyPr/>
          <a:lstStyle/>
          <a:p>
            <a:fld id="{24696A60-DB0A-470E-AAFD-A57EC3EA0701}" type="slidenum">
              <a:rPr lang="en-IN" smtClean="0"/>
            </a:fld>
            <a:endParaRPr lang="en-IN"/>
          </a:p>
        </p:txBody>
      </p:sp>
      <p:sp>
        <p:nvSpPr>
          <p:cNvPr id="5" name="TextBox 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clusion Title + Body + Contact">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rgbClr val="0408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2" name="Title 1"/>
          <p:cNvSpPr>
            <a:spLocks noGrp="1"/>
          </p:cNvSpPr>
          <p:nvPr>
            <p:ph type="title" hasCustomPrompt="1"/>
          </p:nvPr>
        </p:nvSpPr>
        <p:spPr>
          <a:xfrm>
            <a:off x="1679514" y="1220755"/>
            <a:ext cx="8832973" cy="1143000"/>
          </a:xfrm>
          <a:prstGeom prst="rect">
            <a:avLst/>
          </a:prstGeom>
        </p:spPr>
        <p:txBody>
          <a:bodyPr anchor="ctr">
            <a:normAutofit/>
          </a:bodyPr>
          <a:lstStyle>
            <a:lvl1pPr algn="l">
              <a:lnSpc>
                <a:spcPct val="75000"/>
              </a:lnSpc>
              <a:defRPr lang="en-IN" sz="2665" dirty="0">
                <a:solidFill>
                  <a:srgbClr val="00FFC8"/>
                </a:solidFill>
              </a:defRPr>
            </a:lvl1pPr>
          </a:lstStyle>
          <a:p>
            <a:r>
              <a:rPr lang="en-US"/>
              <a:t>Click to edit master title style</a:t>
            </a:r>
            <a:endParaRPr lang="en-IN"/>
          </a:p>
        </p:txBody>
      </p:sp>
      <p:sp>
        <p:nvSpPr>
          <p:cNvPr id="7" name="Text Placeholder 3"/>
          <p:cNvSpPr>
            <a:spLocks noGrp="1" noChangeAspect="1"/>
          </p:cNvSpPr>
          <p:nvPr>
            <p:ph type="body" sz="half" idx="2" hasCustomPrompt="1"/>
          </p:nvPr>
        </p:nvSpPr>
        <p:spPr>
          <a:xfrm>
            <a:off x="1679509" y="3525011"/>
            <a:ext cx="4128459" cy="384043"/>
          </a:xfrm>
          <a:prstGeom prst="rect">
            <a:avLst/>
          </a:prstGeom>
        </p:spPr>
        <p:txBody>
          <a:bodyPr wrap="square">
            <a:noAutofit/>
          </a:bodyPr>
          <a:lstStyle>
            <a:lvl1pPr marL="0" indent="0" algn="l">
              <a:buNone/>
              <a:defRPr sz="1465">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Name Here</a:t>
            </a:r>
            <a:endParaRPr lang="en-US"/>
          </a:p>
        </p:txBody>
      </p:sp>
      <p:sp>
        <p:nvSpPr>
          <p:cNvPr id="8" name="Text Placeholder 3"/>
          <p:cNvSpPr>
            <a:spLocks noGrp="1" noChangeAspect="1"/>
          </p:cNvSpPr>
          <p:nvPr>
            <p:ph type="body" sz="half" idx="10" hasCustomPrompt="1"/>
          </p:nvPr>
        </p:nvSpPr>
        <p:spPr>
          <a:xfrm>
            <a:off x="1679509" y="3909053"/>
            <a:ext cx="4128459" cy="384043"/>
          </a:xfrm>
          <a:prstGeom prst="rect">
            <a:avLst/>
          </a:prstGeom>
        </p:spPr>
        <p:txBody>
          <a:bodyPr wrap="square">
            <a:noAutofit/>
          </a:bodyPr>
          <a:lstStyle>
            <a:lvl1pPr marL="0" indent="0" algn="l">
              <a:buNone/>
              <a:defRPr sz="1400">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Designation Here</a:t>
            </a:r>
            <a:endParaRPr lang="en-US"/>
          </a:p>
        </p:txBody>
      </p:sp>
      <p:sp>
        <p:nvSpPr>
          <p:cNvPr id="9" name="Text Placeholder 3"/>
          <p:cNvSpPr>
            <a:spLocks noGrp="1" noChangeAspect="1"/>
          </p:cNvSpPr>
          <p:nvPr>
            <p:ph type="body" sz="half" idx="11" hasCustomPrompt="1"/>
          </p:nvPr>
        </p:nvSpPr>
        <p:spPr>
          <a:xfrm>
            <a:off x="1679509" y="4293096"/>
            <a:ext cx="4128459" cy="1248139"/>
          </a:xfrm>
          <a:prstGeom prst="rect">
            <a:avLst/>
          </a:prstGeom>
        </p:spPr>
        <p:txBody>
          <a:bodyPr wrap="square">
            <a:noAutofit/>
          </a:bodyPr>
          <a:lstStyle>
            <a:lvl1pPr marL="0" indent="0" algn="l">
              <a:buNone/>
              <a:defRPr sz="1335">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Contact Details Here</a:t>
            </a:r>
            <a:endParaRPr lang="en-US"/>
          </a:p>
        </p:txBody>
      </p:sp>
      <p:cxnSp>
        <p:nvCxnSpPr>
          <p:cNvPr id="11" name="Straight Connector 10"/>
          <p:cNvCxnSpPr/>
          <p:nvPr/>
        </p:nvCxnSpPr>
        <p:spPr>
          <a:xfrm>
            <a:off x="6096000" y="3429000"/>
            <a:ext cx="0" cy="2112235"/>
          </a:xfrm>
          <a:prstGeom prst="line">
            <a:avLst/>
          </a:prstGeom>
          <a:ln w="31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Text Placeholder 3"/>
          <p:cNvSpPr>
            <a:spLocks noGrp="1" noChangeAspect="1"/>
          </p:cNvSpPr>
          <p:nvPr>
            <p:ph type="body" sz="half" idx="12" hasCustomPrompt="1"/>
          </p:nvPr>
        </p:nvSpPr>
        <p:spPr>
          <a:xfrm>
            <a:off x="6384032" y="3525011"/>
            <a:ext cx="4128459" cy="384043"/>
          </a:xfrm>
          <a:prstGeom prst="rect">
            <a:avLst/>
          </a:prstGeom>
        </p:spPr>
        <p:txBody>
          <a:bodyPr wrap="square">
            <a:noAutofit/>
          </a:bodyPr>
          <a:lstStyle>
            <a:lvl1pPr marL="0" indent="0" algn="l">
              <a:buNone/>
              <a:defRPr sz="1465">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Name Here</a:t>
            </a:r>
            <a:endParaRPr lang="en-US"/>
          </a:p>
        </p:txBody>
      </p:sp>
      <p:sp>
        <p:nvSpPr>
          <p:cNvPr id="13" name="Text Placeholder 3"/>
          <p:cNvSpPr>
            <a:spLocks noGrp="1" noChangeAspect="1"/>
          </p:cNvSpPr>
          <p:nvPr>
            <p:ph type="body" sz="half" idx="13" hasCustomPrompt="1"/>
          </p:nvPr>
        </p:nvSpPr>
        <p:spPr>
          <a:xfrm>
            <a:off x="6384032" y="3909053"/>
            <a:ext cx="4128459" cy="384043"/>
          </a:xfrm>
          <a:prstGeom prst="rect">
            <a:avLst/>
          </a:prstGeom>
        </p:spPr>
        <p:txBody>
          <a:bodyPr wrap="square">
            <a:noAutofit/>
          </a:bodyPr>
          <a:lstStyle>
            <a:lvl1pPr marL="0" indent="0" algn="l">
              <a:buNone/>
              <a:defRPr sz="1400">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Designation Here</a:t>
            </a:r>
            <a:endParaRPr lang="en-US"/>
          </a:p>
        </p:txBody>
      </p:sp>
      <p:sp>
        <p:nvSpPr>
          <p:cNvPr id="14" name="Text Placeholder 3"/>
          <p:cNvSpPr>
            <a:spLocks noGrp="1" noChangeAspect="1"/>
          </p:cNvSpPr>
          <p:nvPr>
            <p:ph type="body" sz="half" idx="14" hasCustomPrompt="1"/>
          </p:nvPr>
        </p:nvSpPr>
        <p:spPr>
          <a:xfrm>
            <a:off x="6384032" y="4293096"/>
            <a:ext cx="4128459" cy="1248139"/>
          </a:xfrm>
          <a:prstGeom prst="rect">
            <a:avLst/>
          </a:prstGeom>
        </p:spPr>
        <p:txBody>
          <a:bodyPr wrap="square">
            <a:noAutofit/>
          </a:bodyPr>
          <a:lstStyle>
            <a:lvl1pPr marL="0" indent="0" algn="l">
              <a:buNone/>
              <a:defRPr sz="1335">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Contact Details Here</a:t>
            </a:r>
            <a:endParaRPr lang="en-US"/>
          </a:p>
        </p:txBody>
      </p:sp>
      <p:sp>
        <p:nvSpPr>
          <p:cNvPr id="15" name="Text Placeholder 3"/>
          <p:cNvSpPr>
            <a:spLocks noGrp="1" noChangeAspect="1"/>
          </p:cNvSpPr>
          <p:nvPr>
            <p:ph type="body" sz="half" idx="15" hasCustomPrompt="1"/>
          </p:nvPr>
        </p:nvSpPr>
        <p:spPr>
          <a:xfrm>
            <a:off x="1679510" y="2372883"/>
            <a:ext cx="8832973" cy="672075"/>
          </a:xfrm>
          <a:prstGeom prst="rect">
            <a:avLst/>
          </a:prstGeom>
        </p:spPr>
        <p:txBody>
          <a:bodyPr wrap="square">
            <a:noAutofit/>
          </a:bodyPr>
          <a:lstStyle>
            <a:lvl1pPr marL="0" indent="0" algn="l">
              <a:buNone/>
              <a:defRPr sz="1465">
                <a:solidFill>
                  <a:schemeClr val="bg1"/>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Text Here</a:t>
            </a:r>
            <a:endParaRPr lang="en-US"/>
          </a:p>
        </p:txBody>
      </p:sp>
      <p:pic>
        <p:nvPicPr>
          <p:cNvPr id="4" name="Graphic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70000" cy="333208"/>
          </a:xfrm>
          <a:prstGeom prst="rect">
            <a:avLst/>
          </a:prstGeom>
        </p:spPr>
      </p:pic>
      <p:sp>
        <p:nvSpPr>
          <p:cNvPr id="3" name="Slide Number Placeholder 16"/>
          <p:cNvSpPr>
            <a:spLocks noGrp="1"/>
          </p:cNvSpPr>
          <p:nvPr>
            <p:ph type="sldNum" sz="quarter" idx="16"/>
          </p:nvPr>
        </p:nvSpPr>
        <p:spPr>
          <a:xfrm>
            <a:off x="11068434" y="6553158"/>
            <a:ext cx="828000" cy="252461"/>
          </a:xfrm>
        </p:spPr>
        <p:txBody>
          <a:bodyPr/>
          <a:lstStyle>
            <a:lvl1pPr>
              <a:defRPr>
                <a:solidFill>
                  <a:schemeClr val="bg1"/>
                </a:solidFill>
              </a:defRPr>
            </a:lvl1pPr>
          </a:lstStyle>
          <a:p>
            <a:fld id="{24696A60-DB0A-470E-AAFD-A57EC3EA0701}" type="slidenum">
              <a:rPr lang="en-IN" smtClean="0"/>
            </a:fld>
            <a:endParaRPr lang="en-IN"/>
          </a:p>
        </p:txBody>
      </p:sp>
      <p:sp>
        <p:nvSpPr>
          <p:cNvPr id="10" name="TextBox 9"/>
          <p:cNvSpPr txBox="1"/>
          <p:nvPr userDrawn="1"/>
        </p:nvSpPr>
        <p:spPr>
          <a:xfrm>
            <a:off x="286330" y="6559398"/>
            <a:ext cx="3445164" cy="246221"/>
          </a:xfrm>
          <a:prstGeom prst="rect">
            <a:avLst/>
          </a:prstGeom>
          <a:noFill/>
        </p:spPr>
        <p:txBody>
          <a:bodyPr wrap="square" rtlCol="0">
            <a:spAutoFit/>
          </a:bodyPr>
          <a:lstStyle/>
          <a:p>
            <a:pPr algn="l"/>
            <a:r>
              <a:rPr lang="en-IN" sz="1000" b="0">
                <a:solidFill>
                  <a:schemeClr val="bg1"/>
                </a:solidFill>
                <a:latin typeface="+mn-lt"/>
              </a:rPr>
              <a:t>www. vfmindia.biz</a:t>
            </a:r>
            <a:endParaRPr lang="en-IN" sz="1000" b="0">
              <a:solidFill>
                <a:schemeClr val="bg1"/>
              </a:solidFill>
              <a:latin typeface="+mn-lt"/>
            </a:endParaRPr>
          </a:p>
        </p:txBody>
      </p:sp>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l="62629" t="15710" b="8293"/>
          <a:stretch>
            <a:fillRect/>
          </a:stretch>
        </p:blipFill>
        <p:spPr>
          <a:xfrm>
            <a:off x="11379415" y="363250"/>
            <a:ext cx="812585" cy="1355559"/>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clusion Title + Body + Cont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79514" y="1220755"/>
            <a:ext cx="8832973" cy="1143000"/>
          </a:xfrm>
          <a:prstGeom prst="rect">
            <a:avLst/>
          </a:prstGeom>
        </p:spPr>
        <p:txBody>
          <a:bodyPr anchor="ctr">
            <a:normAutofit/>
          </a:bodyPr>
          <a:lstStyle>
            <a:lvl1pPr algn="ctr">
              <a:lnSpc>
                <a:spcPct val="75000"/>
              </a:lnSpc>
              <a:defRPr lang="en-IN" sz="2665" dirty="0">
                <a:solidFill>
                  <a:srgbClr val="040824"/>
                </a:solidFill>
              </a:defRPr>
            </a:lvl1pPr>
          </a:lstStyle>
          <a:p>
            <a:r>
              <a:rPr lang="en-US"/>
              <a:t>Click to edit master title style</a:t>
            </a:r>
            <a:endParaRPr lang="en-IN"/>
          </a:p>
        </p:txBody>
      </p:sp>
      <p:sp>
        <p:nvSpPr>
          <p:cNvPr id="7" name="Text Placeholder 3"/>
          <p:cNvSpPr>
            <a:spLocks noGrp="1" noChangeAspect="1"/>
          </p:cNvSpPr>
          <p:nvPr>
            <p:ph type="body" sz="half" idx="2" hasCustomPrompt="1"/>
          </p:nvPr>
        </p:nvSpPr>
        <p:spPr>
          <a:xfrm>
            <a:off x="4031767" y="3525011"/>
            <a:ext cx="4128459" cy="384043"/>
          </a:xfrm>
          <a:prstGeom prst="rect">
            <a:avLst/>
          </a:prstGeom>
        </p:spPr>
        <p:txBody>
          <a:bodyPr wrap="square">
            <a:noAutofit/>
          </a:bodyPr>
          <a:lstStyle>
            <a:lvl1pPr marL="0" indent="0" algn="ctr">
              <a:buNone/>
              <a:defRPr sz="1465">
                <a:solidFill>
                  <a:srgbClr val="040824"/>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Name Here</a:t>
            </a:r>
            <a:endParaRPr lang="en-US"/>
          </a:p>
        </p:txBody>
      </p:sp>
      <p:sp>
        <p:nvSpPr>
          <p:cNvPr id="8" name="Text Placeholder 3"/>
          <p:cNvSpPr>
            <a:spLocks noGrp="1" noChangeAspect="1"/>
          </p:cNvSpPr>
          <p:nvPr>
            <p:ph type="body" sz="half" idx="10" hasCustomPrompt="1"/>
          </p:nvPr>
        </p:nvSpPr>
        <p:spPr>
          <a:xfrm>
            <a:off x="4031767" y="3909053"/>
            <a:ext cx="4128459" cy="384043"/>
          </a:xfrm>
          <a:prstGeom prst="rect">
            <a:avLst/>
          </a:prstGeom>
        </p:spPr>
        <p:txBody>
          <a:bodyPr wrap="square">
            <a:noAutofit/>
          </a:bodyPr>
          <a:lstStyle>
            <a:lvl1pPr marL="0" indent="0" algn="ctr">
              <a:buNone/>
              <a:defRPr sz="1400">
                <a:solidFill>
                  <a:srgbClr val="040824"/>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Designation Here</a:t>
            </a:r>
            <a:endParaRPr lang="en-US"/>
          </a:p>
        </p:txBody>
      </p:sp>
      <p:sp>
        <p:nvSpPr>
          <p:cNvPr id="9" name="Text Placeholder 3"/>
          <p:cNvSpPr>
            <a:spLocks noGrp="1" noChangeAspect="1"/>
          </p:cNvSpPr>
          <p:nvPr>
            <p:ph type="body" sz="half" idx="11" hasCustomPrompt="1"/>
          </p:nvPr>
        </p:nvSpPr>
        <p:spPr>
          <a:xfrm>
            <a:off x="4031767" y="4293096"/>
            <a:ext cx="4128459" cy="1248139"/>
          </a:xfrm>
          <a:prstGeom prst="rect">
            <a:avLst/>
          </a:prstGeom>
        </p:spPr>
        <p:txBody>
          <a:bodyPr wrap="square">
            <a:noAutofit/>
          </a:bodyPr>
          <a:lstStyle>
            <a:lvl1pPr marL="0" indent="0" algn="ctr">
              <a:buNone/>
              <a:defRPr sz="1335">
                <a:solidFill>
                  <a:srgbClr val="040824"/>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Contact Details Here</a:t>
            </a:r>
            <a:endParaRPr lang="en-US"/>
          </a:p>
        </p:txBody>
      </p:sp>
      <p:sp>
        <p:nvSpPr>
          <p:cNvPr id="15" name="Text Placeholder 3"/>
          <p:cNvSpPr>
            <a:spLocks noGrp="1" noChangeAspect="1"/>
          </p:cNvSpPr>
          <p:nvPr>
            <p:ph type="body" sz="half" idx="15" hasCustomPrompt="1"/>
          </p:nvPr>
        </p:nvSpPr>
        <p:spPr>
          <a:xfrm>
            <a:off x="1679510" y="2372883"/>
            <a:ext cx="8832973" cy="672075"/>
          </a:xfrm>
          <a:prstGeom prst="rect">
            <a:avLst/>
          </a:prstGeom>
        </p:spPr>
        <p:txBody>
          <a:bodyPr wrap="square">
            <a:noAutofit/>
          </a:bodyPr>
          <a:lstStyle>
            <a:lvl1pPr marL="0" indent="0" algn="ctr">
              <a:buNone/>
              <a:defRPr sz="1465">
                <a:solidFill>
                  <a:srgbClr val="040824"/>
                </a:solidFill>
              </a:defRPr>
            </a:lvl1pPr>
            <a:lvl2pPr marL="609600" indent="0">
              <a:buNone/>
              <a:defRPr sz="1600"/>
            </a:lvl2pPr>
            <a:lvl3pPr marL="1219200" indent="0">
              <a:buNone/>
              <a:defRPr sz="1335"/>
            </a:lvl3pPr>
            <a:lvl4pPr marL="1828800" indent="0">
              <a:buNone/>
              <a:defRPr sz="1200"/>
            </a:lvl4pPr>
            <a:lvl5pPr marL="2438400" indent="0">
              <a:buNone/>
              <a:defRPr sz="1200"/>
            </a:lvl5pPr>
            <a:lvl6pPr marL="3048000" indent="0">
              <a:buNone/>
              <a:defRPr sz="1200"/>
            </a:lvl6pPr>
            <a:lvl7pPr marL="3657600" indent="0">
              <a:buNone/>
              <a:defRPr sz="1200"/>
            </a:lvl7pPr>
            <a:lvl8pPr marL="4267200" indent="0">
              <a:buNone/>
              <a:defRPr sz="1200"/>
            </a:lvl8pPr>
            <a:lvl9pPr marL="4876800" indent="0">
              <a:buNone/>
              <a:defRPr sz="1200"/>
            </a:lvl9pPr>
          </a:lstStyle>
          <a:p>
            <a:pPr lvl="0"/>
            <a:r>
              <a:rPr lang="en-US"/>
              <a:t>Enter Text Here</a:t>
            </a:r>
            <a:endParaRPr lang="en-US"/>
          </a:p>
        </p:txBody>
      </p:sp>
      <p:pic>
        <p:nvPicPr>
          <p:cNvPr id="4" name="Graphic 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7927" y="271392"/>
            <a:ext cx="2068150" cy="332911"/>
          </a:xfrm>
          <a:prstGeom prst="rect">
            <a:avLst/>
          </a:prstGeom>
        </p:spPr>
      </p:pic>
      <p:sp>
        <p:nvSpPr>
          <p:cNvPr id="3" name="Slide Number Placeholder 16"/>
          <p:cNvSpPr>
            <a:spLocks noGrp="1"/>
          </p:cNvSpPr>
          <p:nvPr>
            <p:ph type="sldNum" sz="quarter" idx="16"/>
          </p:nvPr>
        </p:nvSpPr>
        <p:spPr>
          <a:xfrm>
            <a:off x="11068434" y="6553158"/>
            <a:ext cx="828000" cy="252461"/>
          </a:xfrm>
        </p:spPr>
        <p:txBody>
          <a:bodyPr/>
          <a:lstStyle/>
          <a:p>
            <a:fld id="{24696A60-DB0A-470E-AAFD-A57EC3EA0701}" type="slidenum">
              <a:rPr lang="en-IN" smtClean="0"/>
            </a:fld>
            <a:endParaRPr lang="en-IN"/>
          </a:p>
        </p:txBody>
      </p:sp>
      <p:sp>
        <p:nvSpPr>
          <p:cNvPr id="5" name="TextBox 4"/>
          <p:cNvSpPr txBox="1"/>
          <p:nvPr userDrawn="1"/>
        </p:nvSpPr>
        <p:spPr>
          <a:xfrm>
            <a:off x="286330" y="6559398"/>
            <a:ext cx="3445164" cy="246221"/>
          </a:xfrm>
          <a:prstGeom prst="rect">
            <a:avLst/>
          </a:prstGeom>
          <a:noFill/>
        </p:spPr>
        <p:txBody>
          <a:bodyPr wrap="square" rtlCol="0">
            <a:spAutoFit/>
          </a:bodyPr>
          <a:lstStyle/>
          <a:p>
            <a:pPr algn="l"/>
            <a:r>
              <a:rPr lang="en-IN" sz="1000" b="0">
                <a:solidFill>
                  <a:srgbClr val="00283A"/>
                </a:solidFill>
                <a:latin typeface="+mn-lt"/>
              </a:rPr>
              <a:t>www. vfmindia.biz</a:t>
            </a:r>
            <a:endParaRPr lang="en-IN" sz="1000" b="0">
              <a:solidFill>
                <a:srgbClr val="00283A"/>
              </a:solidFill>
              <a:latin typeface="+mn-lt"/>
            </a:endParaRPr>
          </a:p>
        </p:txBody>
      </p:sp>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l="56404"/>
          <a:stretch>
            <a:fillRect/>
          </a:stretch>
        </p:blipFill>
        <p:spPr>
          <a:xfrm>
            <a:off x="11244058" y="58923"/>
            <a:ext cx="947942" cy="178369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5167"/>
            <a:ext cx="10972800" cy="1143000"/>
          </a:xfrm>
          <a:prstGeom prst="rect">
            <a:avLst/>
          </a:prstGeom>
        </p:spPr>
        <p:txBody>
          <a:bodyPr vert="horz" lIns="91440" tIns="45720" rIns="91440" bIns="45720" rtlCol="0" anchor="b">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43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Slide Number Placeholder 5"/>
          <p:cNvSpPr>
            <a:spLocks noGrp="1"/>
          </p:cNvSpPr>
          <p:nvPr>
            <p:ph type="sldNum" sz="quarter" idx="4"/>
          </p:nvPr>
        </p:nvSpPr>
        <p:spPr>
          <a:xfrm>
            <a:off x="8737600" y="6356351"/>
            <a:ext cx="2844800" cy="366183"/>
          </a:xfrm>
          <a:prstGeom prst="rect">
            <a:avLst/>
          </a:prstGeom>
        </p:spPr>
        <p:txBody>
          <a:bodyPr vert="horz" lIns="91440" tIns="45720" rIns="91440" bIns="45720" rtlCol="0" anchor="ctr"/>
          <a:lstStyle>
            <a:lvl1pPr algn="r">
              <a:defRPr sz="1050">
                <a:solidFill>
                  <a:srgbClr val="040824"/>
                </a:solidFill>
                <a:latin typeface="Poppins" panose="00000500000000000000" pitchFamily="2" charset="0"/>
                <a:cs typeface="Poppins" panose="00000500000000000000" pitchFamily="2" charset="0"/>
              </a:defRPr>
            </a:lvl1pPr>
          </a:lstStyle>
          <a:p>
            <a:fld id="{24696A60-DB0A-470E-AAFD-A57EC3EA0701}"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1219200" rtl="0" eaLnBrk="1" latinLnBrk="0" hangingPunct="1">
        <a:spcBef>
          <a:spcPct val="0"/>
        </a:spcBef>
        <a:buNone/>
        <a:defRPr sz="3200" b="1" kern="1200">
          <a:solidFill>
            <a:srgbClr val="00C483"/>
          </a:solidFill>
          <a:latin typeface="+mj-lt"/>
          <a:ea typeface="+mj-ea"/>
          <a:cs typeface="Poppins SemiBold" panose="00000700000000000000" pitchFamily="2" charset="0"/>
        </a:defRPr>
      </a:lvl1pPr>
    </p:titleStyle>
    <p:bodyStyle>
      <a:lvl1pPr marL="457200" indent="-457200" algn="l" defTabSz="1219200" rtl="0" eaLnBrk="1" latinLnBrk="0" hangingPunct="1">
        <a:spcBef>
          <a:spcPct val="20000"/>
        </a:spcBef>
        <a:buFont typeface="Arial" panose="020B0604020202020204" pitchFamily="34" charset="0"/>
        <a:buChar char="•"/>
        <a:defRPr sz="1465" i="0" kern="1200">
          <a:solidFill>
            <a:srgbClr val="00283A"/>
          </a:solidFill>
          <a:latin typeface="Poppins" panose="00000500000000000000" pitchFamily="2" charset="0"/>
          <a:ea typeface="+mn-ea"/>
          <a:cs typeface="Poppins" panose="00000500000000000000" pitchFamily="2" charset="0"/>
        </a:defRPr>
      </a:lvl1pPr>
      <a:lvl2pPr marL="990600" indent="-381000" algn="l" defTabSz="1219200" rtl="0" eaLnBrk="1" latinLnBrk="0" hangingPunct="1">
        <a:spcBef>
          <a:spcPct val="20000"/>
        </a:spcBef>
        <a:buFont typeface="Arial" panose="020B0604020202020204" pitchFamily="34" charset="0"/>
        <a:buChar char="–"/>
        <a:defRPr sz="1400" i="0" kern="1200">
          <a:solidFill>
            <a:srgbClr val="00283A"/>
          </a:solidFill>
          <a:latin typeface="Poppins" panose="00000500000000000000" pitchFamily="2" charset="0"/>
          <a:ea typeface="+mn-ea"/>
          <a:cs typeface="Poppins" panose="00000500000000000000" pitchFamily="2" charset="0"/>
        </a:defRPr>
      </a:lvl2pPr>
      <a:lvl3pPr marL="1524000" indent="-304800" algn="l" defTabSz="1219200" rtl="0" eaLnBrk="1" latinLnBrk="0" hangingPunct="1">
        <a:spcBef>
          <a:spcPct val="20000"/>
        </a:spcBef>
        <a:buFont typeface="Arial" panose="020B0604020202020204" pitchFamily="34" charset="0"/>
        <a:buChar char="•"/>
        <a:defRPr sz="1335" i="0" kern="1200">
          <a:solidFill>
            <a:srgbClr val="00283A"/>
          </a:solidFill>
          <a:latin typeface="Poppins" panose="00000500000000000000" pitchFamily="2" charset="0"/>
          <a:ea typeface="+mn-ea"/>
          <a:cs typeface="Poppins" panose="00000500000000000000" pitchFamily="2" charset="0"/>
        </a:defRPr>
      </a:lvl3pPr>
      <a:lvl4pPr marL="2133600" indent="-304800" algn="l" defTabSz="1219200" rtl="0" eaLnBrk="1" latinLnBrk="0" hangingPunct="1">
        <a:spcBef>
          <a:spcPct val="20000"/>
        </a:spcBef>
        <a:buFont typeface="Arial" panose="020B0604020202020204" pitchFamily="34" charset="0"/>
        <a:buChar char="–"/>
        <a:defRPr sz="1200" i="0" kern="1200">
          <a:solidFill>
            <a:srgbClr val="00283A"/>
          </a:solidFill>
          <a:latin typeface="Poppins" panose="00000500000000000000" pitchFamily="2" charset="0"/>
          <a:ea typeface="+mn-ea"/>
          <a:cs typeface="Poppins" panose="00000500000000000000" pitchFamily="2" charset="0"/>
        </a:defRPr>
      </a:lvl4pPr>
      <a:lvl5pPr marL="2743200" indent="-304800" algn="l" defTabSz="1219200" rtl="0" eaLnBrk="1" latinLnBrk="0" hangingPunct="1">
        <a:spcBef>
          <a:spcPct val="20000"/>
        </a:spcBef>
        <a:buFont typeface="Arial" panose="020B0604020202020204" pitchFamily="34" charset="0"/>
        <a:buChar char="»"/>
        <a:defRPr sz="1200" i="0" kern="1200">
          <a:solidFill>
            <a:srgbClr val="00283A"/>
          </a:solidFill>
          <a:latin typeface="Poppins" panose="00000500000000000000" pitchFamily="2" charset="0"/>
          <a:ea typeface="+mn-ea"/>
          <a:cs typeface="Poppins" panose="00000500000000000000" pitchFamily="2" charset="0"/>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en-US"/>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6.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jpe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8.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20.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10;&#10;Description automatically generated with medium confidence"/>
          <p:cNvPicPr>
            <a:picLocks noChangeAspect="1"/>
          </p:cNvPicPr>
          <p:nvPr/>
        </p:nvPicPr>
        <p:blipFill rotWithShape="1">
          <a:blip r:embed="rId1">
            <a:extLst>
              <a:ext uri="{28A0092B-C50C-407E-A947-70E740481C1C}">
                <a14:useLocalDpi xmlns:a14="http://schemas.microsoft.com/office/drawing/2010/main" val="0"/>
              </a:ext>
            </a:extLst>
          </a:blip>
          <a:srcRect t="32399" r="6" b="10596"/>
          <a:stretch>
            <a:fillRect/>
          </a:stretch>
        </p:blipFill>
        <p:spPr>
          <a:xfrm>
            <a:off x="7416188" y="4690479"/>
            <a:ext cx="4775811" cy="2076390"/>
          </a:xfrm>
          <a:prstGeom prst="rect">
            <a:avLst/>
          </a:prstGeom>
          <a:noFill/>
        </p:spPr>
      </p:pic>
      <p:sp>
        <p:nvSpPr>
          <p:cNvPr id="3" name="Text Placeholder 2"/>
          <p:cNvSpPr>
            <a:spLocks noGrp="1"/>
          </p:cNvSpPr>
          <p:nvPr>
            <p:ph type="body" sz="quarter" idx="12"/>
          </p:nvPr>
        </p:nvSpPr>
        <p:spPr>
          <a:xfrm>
            <a:off x="3201988" y="3825431"/>
            <a:ext cx="5788025" cy="444500"/>
          </a:xfrm>
        </p:spPr>
        <p:txBody>
          <a:bodyPr vert="horz" lIns="91440" tIns="45720" rIns="91440" bIns="45720" rtlCol="0">
            <a:normAutofit/>
          </a:bodyPr>
          <a:lstStyle/>
          <a:p>
            <a:pPr>
              <a:lnSpc>
                <a:spcPct val="90000"/>
              </a:lnSpc>
            </a:pPr>
            <a:r>
              <a:rPr lang="en-IN" sz="2400" b="0"/>
              <a:t>                       </a:t>
            </a:r>
            <a:r>
              <a:rPr lang="en-IN" sz="2400"/>
              <a:t>Intern to Hire </a:t>
            </a:r>
            <a:endParaRPr lang="en-US" sz="2400"/>
          </a:p>
        </p:txBody>
      </p:sp>
      <p:sp>
        <p:nvSpPr>
          <p:cNvPr id="4" name="Text Placeholder 3"/>
          <p:cNvSpPr>
            <a:spLocks noGrp="1"/>
          </p:cNvSpPr>
          <p:nvPr>
            <p:ph type="body" sz="quarter" idx="13"/>
          </p:nvPr>
        </p:nvSpPr>
        <p:spPr>
          <a:xfrm>
            <a:off x="3201988" y="4350809"/>
            <a:ext cx="5788025" cy="339670"/>
          </a:xfrm>
        </p:spPr>
        <p:txBody>
          <a:bodyPr vert="horz" lIns="91440" tIns="45720" rIns="91440" bIns="45720" rtlCol="0">
            <a:normAutofit/>
          </a:bodyPr>
          <a:lstStyle/>
          <a:p>
            <a:pPr marL="0" indent="0">
              <a:buNone/>
            </a:pPr>
            <a:r>
              <a:rPr lang="en-IN" altLang="en-US"/>
              <a:t>  </a:t>
            </a:r>
            <a:r>
              <a:rPr lang="en-US" b="1"/>
              <a:t>VFM –</a:t>
            </a:r>
            <a:r>
              <a:rPr lang="en-IN" altLang="en-US" b="1"/>
              <a:t> </a:t>
            </a:r>
            <a:r>
              <a:rPr lang="en-US" b="1"/>
              <a:t>Pathway to a </a:t>
            </a:r>
            <a:r>
              <a:rPr lang="en-IN" altLang="en-US" b="1"/>
              <a:t>S</a:t>
            </a:r>
            <a:r>
              <a:rPr lang="en-US" b="1"/>
              <a:t>olution </a:t>
            </a:r>
            <a:r>
              <a:rPr lang="en-IN" altLang="en-US" b="1"/>
              <a:t>S</a:t>
            </a:r>
            <a:r>
              <a:rPr lang="en-US" b="1"/>
              <a:t>elling career </a:t>
            </a:r>
            <a:endParaRPr lang="en-US" b="1"/>
          </a:p>
          <a:p>
            <a:endParaRPr lang="en-IN" b="1"/>
          </a:p>
        </p:txBody>
      </p:sp>
      <p:sp>
        <p:nvSpPr>
          <p:cNvPr id="12" name="Slide Number Placeholder 3" hidden="1"/>
          <p:cNvSpPr>
            <a:spLocks noGrp="1"/>
          </p:cNvSpPr>
          <p:nvPr>
            <p:ph type="sldNum" sz="quarter" idx="4294967295"/>
          </p:nvPr>
        </p:nvSpPr>
        <p:spPr>
          <a:xfrm>
            <a:off x="11068434" y="6553158"/>
            <a:ext cx="828000" cy="252461"/>
          </a:xfrm>
        </p:spPr>
        <p:txBody>
          <a:bodyPr/>
          <a:lstStyle/>
          <a:p>
            <a:pPr>
              <a:spcAft>
                <a:spcPts val="600"/>
              </a:spcAft>
            </a:pPr>
            <a:fld id="{24696A60-DB0A-470E-AAFD-A57EC3EA0701}" type="slidenum">
              <a:rPr lang="en-IN" smtClean="0"/>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icture Placeholder 1"/>
          <p:cNvSpPr>
            <a:spLocks noGrp="1"/>
          </p:cNvSpPr>
          <p:nvPr>
            <p:ph type="pic" sz="quarter" idx="12"/>
          </p:nvPr>
        </p:nvSpPr>
        <p:spPr>
          <a:xfrm>
            <a:off x="387350" y="747713"/>
            <a:ext cx="5810250" cy="5722937"/>
          </a:xfrm>
        </p:spPr>
      </p:sp>
      <p:sp>
        <p:nvSpPr>
          <p:cNvPr id="2" name="Title 1"/>
          <p:cNvSpPr>
            <a:spLocks noGrp="1"/>
          </p:cNvSpPr>
          <p:nvPr>
            <p:ph type="title"/>
          </p:nvPr>
        </p:nvSpPr>
        <p:spPr>
          <a:xfrm>
            <a:off x="6437745" y="748149"/>
            <a:ext cx="5366328" cy="1034473"/>
          </a:xfrm>
        </p:spPr>
        <p:txBody>
          <a:bodyPr wrap="square" anchor="b">
            <a:normAutofit/>
          </a:bodyPr>
          <a:lstStyle/>
          <a:p>
            <a:r>
              <a:rPr lang="en-US" sz="3200"/>
              <a:t>Company </a:t>
            </a:r>
            <a:r>
              <a:rPr lang="en-IN" altLang="en-US" sz="3200"/>
              <a:t>O</a:t>
            </a:r>
            <a:r>
              <a:rPr lang="en-US" sz="3200"/>
              <a:t>verview </a:t>
            </a:r>
            <a:endParaRPr lang="en-IN" sz="3200"/>
          </a:p>
        </p:txBody>
      </p:sp>
      <p:sp>
        <p:nvSpPr>
          <p:cNvPr id="3" name="Text Placeholder 2"/>
          <p:cNvSpPr>
            <a:spLocks noGrp="1"/>
          </p:cNvSpPr>
          <p:nvPr>
            <p:ph type="body" sz="quarter" idx="10"/>
          </p:nvPr>
        </p:nvSpPr>
        <p:spPr>
          <a:xfrm>
            <a:off x="6437745" y="2071345"/>
            <a:ext cx="5366328" cy="4398728"/>
          </a:xfrm>
        </p:spPr>
        <p:txBody>
          <a:bodyPr>
            <a:normAutofit/>
          </a:bodyPr>
          <a:lstStyle/>
          <a:p>
            <a:pPr marL="502920" indent="-457200">
              <a:buFont typeface="Arial" panose="020B0604020202020204" pitchFamily="34" charset="0"/>
              <a:buChar char="•"/>
            </a:pPr>
            <a:r>
              <a:rPr lang="en-US"/>
              <a:t>25 years in Business with above industry average bottom lines </a:t>
            </a:r>
            <a:endParaRPr lang="en-US"/>
          </a:p>
          <a:p>
            <a:pPr marL="45720" indent="0">
              <a:buFont typeface="Arial" panose="020B0604020202020204" pitchFamily="34" charset="0"/>
              <a:buNone/>
            </a:pPr>
            <a:endParaRPr lang="en-US"/>
          </a:p>
          <a:p>
            <a:pPr marL="502920" indent="-457200">
              <a:buFont typeface="Arial" panose="020B0604020202020204" pitchFamily="34" charset="0"/>
              <a:buChar char="•"/>
            </a:pPr>
            <a:r>
              <a:rPr lang="en-US"/>
              <a:t>Solution selling approach </a:t>
            </a:r>
            <a:endParaRPr lang="en-US"/>
          </a:p>
          <a:p>
            <a:pPr marL="45720" indent="0">
              <a:buFont typeface="Arial" panose="020B0604020202020204" pitchFamily="34" charset="0"/>
              <a:buNone/>
            </a:pPr>
            <a:endParaRPr lang="en-US"/>
          </a:p>
          <a:p>
            <a:pPr marL="502920" indent="-457200">
              <a:buFont typeface="Arial" panose="020B0604020202020204" pitchFamily="34" charset="0"/>
              <a:buChar char="•"/>
            </a:pPr>
            <a:r>
              <a:rPr lang="en-US"/>
              <a:t>Account focus with 80% repeat business</a:t>
            </a:r>
            <a:endParaRPr lang="en-US"/>
          </a:p>
          <a:p>
            <a:pPr marL="45720" indent="0">
              <a:buFont typeface="Arial" panose="020B0604020202020204" pitchFamily="34" charset="0"/>
              <a:buNone/>
            </a:pPr>
            <a:endParaRPr lang="en-US"/>
          </a:p>
          <a:p>
            <a:pPr marL="502920" indent="-457200">
              <a:buFont typeface="Arial" panose="020B0604020202020204" pitchFamily="34" charset="0"/>
              <a:buChar char="•"/>
            </a:pPr>
            <a:r>
              <a:rPr lang="en-US"/>
              <a:t>Long term relationships , with some over 15 to 18 years and still going </a:t>
            </a:r>
            <a:endParaRPr lang="en-US"/>
          </a:p>
          <a:p>
            <a:pPr marL="45720" indent="0">
              <a:buFont typeface="Arial" panose="020B0604020202020204" pitchFamily="34" charset="0"/>
              <a:buNone/>
            </a:pPr>
            <a:endParaRPr lang="en-US"/>
          </a:p>
          <a:p>
            <a:pPr marL="502920" indent="-457200">
              <a:buFont typeface="Arial" panose="020B0604020202020204" pitchFamily="34" charset="0"/>
              <a:buChar char="•"/>
            </a:pPr>
            <a:r>
              <a:rPr lang="en-US"/>
              <a:t> We choose business that we will execute </a:t>
            </a:r>
            <a:endParaRPr lang="en-US"/>
          </a:p>
          <a:p>
            <a:pPr marL="0" indent="0">
              <a:buNone/>
            </a:pPr>
            <a:endParaRPr lang="en-US" dirty="0"/>
          </a:p>
          <a:p>
            <a:endParaRPr lang="en-IN" dirty="0"/>
          </a:p>
        </p:txBody>
      </p:sp>
      <p:sp>
        <p:nvSpPr>
          <p:cNvPr id="4" name="Slide Number Placeholder 3"/>
          <p:cNvSpPr>
            <a:spLocks noGrp="1"/>
          </p:cNvSpPr>
          <p:nvPr>
            <p:ph type="sldNum" sz="quarter" idx="11"/>
          </p:nvPr>
        </p:nvSpPr>
        <p:spPr>
          <a:xfrm>
            <a:off x="11068434" y="6553158"/>
            <a:ext cx="828000" cy="252461"/>
          </a:xfrm>
        </p:spPr>
        <p:txBody>
          <a:bodyPr anchor="ctr">
            <a:normAutofit/>
          </a:bodyPr>
          <a:lstStyle/>
          <a:p>
            <a:pPr>
              <a:spcAft>
                <a:spcPts val="600"/>
              </a:spcAft>
            </a:pPr>
            <a:fld id="{24696A60-DB0A-470E-AAFD-A57EC3EA0701}"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text, website&#10;&#10;Description automatically generated with medium confidence"/>
          <p:cNvPicPr>
            <a:picLocks noGrp="1"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1685923"/>
            <a:ext cx="6197600" cy="4984699"/>
          </a:xfrm>
          <a:prstGeom prst="rect">
            <a:avLst/>
          </a:prstGeom>
          <a:noFill/>
          <a:ln>
            <a:noFill/>
          </a:ln>
          <a:effectLst/>
        </p:spPr>
      </p:pic>
      <p:sp>
        <p:nvSpPr>
          <p:cNvPr id="2" name="Title 1"/>
          <p:cNvSpPr>
            <a:spLocks noGrp="1"/>
          </p:cNvSpPr>
          <p:nvPr>
            <p:ph type="title"/>
          </p:nvPr>
        </p:nvSpPr>
        <p:spPr>
          <a:xfrm>
            <a:off x="6437745" y="748149"/>
            <a:ext cx="5366328" cy="1034473"/>
          </a:xfrm>
        </p:spPr>
        <p:txBody>
          <a:bodyPr wrap="square" anchor="b">
            <a:normAutofit/>
          </a:bodyPr>
          <a:lstStyle/>
          <a:p>
            <a:br>
              <a:rPr lang="en-US" sz="2000"/>
            </a:br>
            <a:br>
              <a:rPr lang="en-US" sz="2000"/>
            </a:br>
            <a:r>
              <a:rPr lang="en-US" sz="2000"/>
              <a:t>How does </a:t>
            </a:r>
            <a:r>
              <a:rPr lang="en-IN" altLang="en-US" sz="2000"/>
              <a:t>S</a:t>
            </a:r>
            <a:r>
              <a:rPr lang="en-US" sz="2000"/>
              <a:t>olution </a:t>
            </a:r>
            <a:r>
              <a:rPr lang="en-IN" altLang="en-US" sz="2000"/>
              <a:t>S</a:t>
            </a:r>
            <a:r>
              <a:rPr lang="en-US" sz="2000"/>
              <a:t>elling approach add to your sale ability quotient  </a:t>
            </a:r>
            <a:endParaRPr lang="en-IN" sz="2000"/>
          </a:p>
        </p:txBody>
      </p:sp>
      <p:sp>
        <p:nvSpPr>
          <p:cNvPr id="3" name="Text Placeholder 2"/>
          <p:cNvSpPr>
            <a:spLocks noGrp="1"/>
          </p:cNvSpPr>
          <p:nvPr>
            <p:ph type="body" sz="quarter" idx="10"/>
          </p:nvPr>
        </p:nvSpPr>
        <p:spPr>
          <a:xfrm>
            <a:off x="6437745" y="2071345"/>
            <a:ext cx="5366328" cy="4398728"/>
          </a:xfrm>
        </p:spPr>
        <p:txBody>
          <a:bodyPr>
            <a:normAutofit/>
          </a:bodyPr>
          <a:lstStyle/>
          <a:p>
            <a:pPr marL="502920" indent="-457200">
              <a:lnSpc>
                <a:spcPct val="90000"/>
              </a:lnSpc>
              <a:buFont typeface="Arial" panose="020B0604020202020204" pitchFamily="34" charset="0"/>
              <a:buChar char="•"/>
            </a:pPr>
            <a:r>
              <a:rPr lang="en-US" sz="1500" b="1" dirty="0"/>
              <a:t>Customer looks upon salesperson as consultant</a:t>
            </a:r>
            <a:endParaRPr lang="en-US" sz="1500" b="1" dirty="0"/>
          </a:p>
          <a:p>
            <a:pPr marL="45720" indent="0">
              <a:lnSpc>
                <a:spcPct val="90000"/>
              </a:lnSpc>
              <a:buFont typeface="Arial" panose="020B0604020202020204" pitchFamily="34" charset="0"/>
              <a:buNone/>
            </a:pPr>
            <a:endParaRPr lang="en-US" sz="1500" b="1" dirty="0"/>
          </a:p>
          <a:p>
            <a:pPr marL="502920" indent="-457200">
              <a:lnSpc>
                <a:spcPct val="90000"/>
              </a:lnSpc>
              <a:buFont typeface="Arial" panose="020B0604020202020204" pitchFamily="34" charset="0"/>
              <a:buChar char="•"/>
            </a:pPr>
            <a:r>
              <a:rPr lang="en-US" sz="1500" b="1" dirty="0"/>
              <a:t>Early in the sales cycle can drive sales opportunity rather than </a:t>
            </a:r>
            <a:endParaRPr lang="en-US" sz="1500" b="1" dirty="0"/>
          </a:p>
          <a:p>
            <a:pPr marL="45720" indent="0">
              <a:lnSpc>
                <a:spcPct val="90000"/>
              </a:lnSpc>
              <a:buFont typeface="Arial" panose="020B0604020202020204" pitchFamily="34" charset="0"/>
              <a:buNone/>
            </a:pPr>
            <a:r>
              <a:rPr lang="en-IN" altLang="en-US" sz="1500" b="1" dirty="0"/>
              <a:t>      </a:t>
            </a:r>
            <a:endParaRPr lang="en-IN" altLang="en-US" sz="1500" b="1" dirty="0"/>
          </a:p>
          <a:p>
            <a:pPr marL="45720" indent="0">
              <a:lnSpc>
                <a:spcPct val="90000"/>
              </a:lnSpc>
              <a:buFont typeface="Arial" panose="020B0604020202020204" pitchFamily="34" charset="0"/>
              <a:buNone/>
            </a:pPr>
            <a:r>
              <a:rPr lang="en-IN" altLang="en-US" sz="1500" b="1" dirty="0"/>
              <a:t>      </a:t>
            </a:r>
            <a:r>
              <a:rPr lang="en-US" sz="1500" b="1" dirty="0"/>
              <a:t>follow </a:t>
            </a:r>
            <a:endParaRPr lang="en-US" sz="1500" b="1" dirty="0"/>
          </a:p>
          <a:p>
            <a:pPr marL="45720" indent="0">
              <a:lnSpc>
                <a:spcPct val="90000"/>
              </a:lnSpc>
              <a:buFont typeface="Arial" panose="020B0604020202020204" pitchFamily="34" charset="0"/>
              <a:buNone/>
            </a:pPr>
            <a:endParaRPr lang="en-US" sz="1500" b="1" dirty="0"/>
          </a:p>
          <a:p>
            <a:pPr marL="502920" indent="-457200">
              <a:lnSpc>
                <a:spcPct val="90000"/>
              </a:lnSpc>
              <a:buFont typeface="Arial" panose="020B0604020202020204" pitchFamily="34" charset="0"/>
              <a:buChar char="•"/>
            </a:pPr>
            <a:r>
              <a:rPr lang="en-US" sz="1500" b="1" dirty="0"/>
              <a:t>Continuous learning and unlearning cycle amidst technology </a:t>
            </a:r>
            <a:endParaRPr lang="en-US" sz="1500" b="1" dirty="0"/>
          </a:p>
          <a:p>
            <a:pPr marL="45720" indent="0">
              <a:lnSpc>
                <a:spcPct val="90000"/>
              </a:lnSpc>
              <a:buFont typeface="Arial" panose="020B0604020202020204" pitchFamily="34" charset="0"/>
              <a:buNone/>
            </a:pPr>
            <a:r>
              <a:rPr lang="en-IN" altLang="en-US" sz="1500" b="1" dirty="0"/>
              <a:t>      </a:t>
            </a:r>
            <a:endParaRPr lang="en-IN" altLang="en-US" sz="1500" b="1" dirty="0"/>
          </a:p>
          <a:p>
            <a:pPr marL="45720" indent="0">
              <a:lnSpc>
                <a:spcPct val="90000"/>
              </a:lnSpc>
              <a:buFont typeface="Arial" panose="020B0604020202020204" pitchFamily="34" charset="0"/>
              <a:buNone/>
            </a:pPr>
            <a:r>
              <a:rPr lang="en-IN" altLang="en-US" sz="1500" b="1" dirty="0"/>
              <a:t>      </a:t>
            </a:r>
            <a:r>
              <a:rPr lang="en-US" sz="1500" b="1" dirty="0"/>
              <a:t>churn </a:t>
            </a:r>
            <a:endParaRPr lang="en-US" sz="1500" b="1" dirty="0"/>
          </a:p>
          <a:p>
            <a:pPr marL="45720" indent="0">
              <a:lnSpc>
                <a:spcPct val="90000"/>
              </a:lnSpc>
              <a:buFont typeface="Arial" panose="020B0604020202020204" pitchFamily="34" charset="0"/>
              <a:buNone/>
            </a:pPr>
            <a:endParaRPr lang="en-US" sz="1500" b="1" dirty="0"/>
          </a:p>
          <a:p>
            <a:pPr marL="502920" indent="-457200">
              <a:lnSpc>
                <a:spcPct val="90000"/>
              </a:lnSpc>
              <a:buFont typeface="Arial" panose="020B0604020202020204" pitchFamily="34" charset="0"/>
              <a:buChar char="•"/>
            </a:pPr>
            <a:r>
              <a:rPr lang="en-US" sz="1500" b="1" dirty="0"/>
              <a:t>Higher bottom lines realized , better earnings </a:t>
            </a:r>
            <a:endParaRPr lang="en-US" sz="1500" b="1" dirty="0"/>
          </a:p>
          <a:p>
            <a:pPr marL="45720" indent="0">
              <a:lnSpc>
                <a:spcPct val="90000"/>
              </a:lnSpc>
              <a:buFont typeface="Arial" panose="020B0604020202020204" pitchFamily="34" charset="0"/>
              <a:buNone/>
            </a:pPr>
            <a:endParaRPr lang="en-US" sz="1500" b="1" dirty="0"/>
          </a:p>
          <a:p>
            <a:pPr marL="502920" indent="-457200">
              <a:lnSpc>
                <a:spcPct val="90000"/>
              </a:lnSpc>
              <a:buFont typeface="Arial" panose="020B0604020202020204" pitchFamily="34" charset="0"/>
              <a:buChar char="•"/>
            </a:pPr>
            <a:r>
              <a:rPr lang="en-US" sz="1500" b="1" dirty="0"/>
              <a:t>Ability to solve problems helps customer better customer recall</a:t>
            </a:r>
            <a:r>
              <a:rPr lang="en-IN" altLang="en-US" sz="1500" b="1" dirty="0"/>
              <a:t> </a:t>
            </a:r>
            <a:endParaRPr lang="en-IN" altLang="en-US" sz="1500" b="1" dirty="0"/>
          </a:p>
        </p:txBody>
      </p:sp>
      <p:sp>
        <p:nvSpPr>
          <p:cNvPr id="4" name="Slide Number Placeholder 3"/>
          <p:cNvSpPr>
            <a:spLocks noGrp="1"/>
          </p:cNvSpPr>
          <p:nvPr>
            <p:ph type="sldNum" sz="quarter" idx="11"/>
          </p:nvPr>
        </p:nvSpPr>
        <p:spPr>
          <a:xfrm>
            <a:off x="11068434" y="6553158"/>
            <a:ext cx="828000" cy="252461"/>
          </a:xfrm>
        </p:spPr>
        <p:txBody>
          <a:bodyPr anchor="ctr">
            <a:normAutofit/>
          </a:bodyPr>
          <a:lstStyle/>
          <a:p>
            <a:pPr>
              <a:spcAft>
                <a:spcPts val="600"/>
              </a:spcAft>
            </a:pPr>
            <a:fld id="{24696A60-DB0A-470E-AAFD-A57EC3EA0701}"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sym typeface="+mn-ea"/>
              </a:rPr>
              <a:t>Value addition through assignment </a:t>
            </a:r>
            <a:r>
              <a:rPr lang="en-US" sz="3600" dirty="0"/>
              <a:t> </a:t>
            </a:r>
            <a:endParaRPr lang="en-IN" sz="3600" dirty="0"/>
          </a:p>
        </p:txBody>
      </p:sp>
      <p:sp>
        <p:nvSpPr>
          <p:cNvPr id="3" name="Text Placeholder 2"/>
          <p:cNvSpPr>
            <a:spLocks noGrp="1"/>
          </p:cNvSpPr>
          <p:nvPr>
            <p:ph type="body" sz="quarter" idx="10"/>
          </p:nvPr>
        </p:nvSpPr>
        <p:spPr/>
        <p:txBody>
          <a:bodyPr>
            <a:noAutofit/>
          </a:bodyPr>
          <a:lstStyle/>
          <a:p>
            <a:r>
              <a:rPr lang="en-IN" sz="2400" dirty="0">
                <a:solidFill>
                  <a:schemeClr val="tx1"/>
                </a:solidFill>
                <a:sym typeface="+mn-ea"/>
              </a:rPr>
              <a:t>Solution sales specialist</a:t>
            </a:r>
            <a:endParaRPr lang="en-US" sz="2400" dirty="0">
              <a:solidFill>
                <a:schemeClr val="tx1"/>
              </a:solidFill>
            </a:endParaRPr>
          </a:p>
          <a:p>
            <a:endParaRPr lang="en-IN" sz="2400" dirty="0"/>
          </a:p>
          <a:p>
            <a:r>
              <a:rPr lang="en-IN" sz="2400" dirty="0">
                <a:solidFill>
                  <a:schemeClr val="tx1"/>
                </a:solidFill>
                <a:sym typeface="+mn-ea"/>
              </a:rPr>
              <a:t>Consultant rather than salesman</a:t>
            </a:r>
            <a:endParaRPr lang="en-US" sz="2400" dirty="0">
              <a:solidFill>
                <a:schemeClr val="tx1"/>
              </a:solidFill>
            </a:endParaRPr>
          </a:p>
          <a:p>
            <a:endParaRPr lang="en-IN" sz="2400" dirty="0"/>
          </a:p>
          <a:p>
            <a:r>
              <a:rPr lang="en-IN" sz="2400" dirty="0">
                <a:solidFill>
                  <a:schemeClr val="tx1"/>
                </a:solidFill>
                <a:sym typeface="+mn-ea"/>
              </a:rPr>
              <a:t>Value selling leads to better customer recall , stronger connects </a:t>
            </a:r>
            <a:endParaRPr lang="en-US" sz="2400" dirty="0">
              <a:solidFill>
                <a:schemeClr val="tx1"/>
              </a:solidFill>
            </a:endParaRPr>
          </a:p>
          <a:p>
            <a:endParaRPr lang="en-IN" sz="2400" dirty="0"/>
          </a:p>
          <a:p>
            <a:r>
              <a:rPr lang="en-IN" sz="2400" dirty="0">
                <a:solidFill>
                  <a:schemeClr val="tx1"/>
                </a:solidFill>
                <a:sym typeface="+mn-ea"/>
              </a:rPr>
              <a:t>Solution selling = Strategic selling means meeting CXOs / Middle to Senior IT management </a:t>
            </a:r>
            <a:endParaRPr lang="en-IN" sz="2400" dirty="0">
              <a:solidFill>
                <a:schemeClr val="tx1"/>
              </a:solidFill>
              <a:sym typeface="+mn-ea"/>
            </a:endParaRPr>
          </a:p>
          <a:p>
            <a:pPr marL="0" indent="0">
              <a:buNone/>
            </a:pPr>
            <a:endParaRPr lang="en-IN" sz="2400" dirty="0"/>
          </a:p>
          <a:p>
            <a:r>
              <a:rPr lang="en-IN" sz="2400" dirty="0">
                <a:solidFill>
                  <a:schemeClr val="tx1"/>
                </a:solidFill>
                <a:sym typeface="+mn-ea"/>
              </a:rPr>
              <a:t>Build strong technical edge to selling </a:t>
            </a:r>
            <a:endParaRPr lang="en-US" sz="2400" dirty="0">
              <a:solidFill>
                <a:schemeClr val="tx1"/>
              </a:solidFill>
            </a:endParaRPr>
          </a:p>
          <a:p>
            <a:pPr marL="0" indent="0">
              <a:buNone/>
            </a:pPr>
            <a:endParaRPr lang="en-US" sz="2400" dirty="0">
              <a:solidFill>
                <a:schemeClr val="tx1"/>
              </a:solidFill>
            </a:endParaRPr>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pic>
        <p:nvPicPr>
          <p:cNvPr id="6" name="Picture 5" descr="A hand holding a piece of paper&#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22714" y="1885950"/>
            <a:ext cx="3635338" cy="1543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pic>
        <p:nvPicPr>
          <p:cNvPr id="9" name="Picture 8" descr="Graphical user interface&#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39240" y="1904365"/>
            <a:ext cx="2867025" cy="3971925"/>
          </a:xfrm>
          <a:prstGeom prst="rect">
            <a:avLst/>
          </a:prstGeom>
        </p:spPr>
      </p:pic>
      <p:graphicFrame>
        <p:nvGraphicFramePr>
          <p:cNvPr id="8" name="Content Placeholder 5"/>
          <p:cNvGraphicFramePr>
            <a:graphicFrameLocks noGrp="1"/>
          </p:cNvGraphicFramePr>
          <p:nvPr/>
        </p:nvGraphicFramePr>
        <p:xfrm>
          <a:off x="5662295" y="502285"/>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85" y="748030"/>
            <a:ext cx="5438775" cy="1034415"/>
          </a:xfrm>
        </p:spPr>
        <p:txBody>
          <a:bodyPr>
            <a:noAutofit/>
          </a:bodyPr>
          <a:lstStyle/>
          <a:p>
            <a:r>
              <a:rPr lang="en-IN" sz="3600" dirty="0">
                <a:sym typeface="+mn-ea"/>
              </a:rPr>
              <a:t>Enterprise Networking</a:t>
            </a:r>
            <a:endParaRPr lang="en-IN" sz="3600" dirty="0">
              <a:sym typeface="+mn-ea"/>
            </a:endParaRPr>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pic>
        <p:nvPicPr>
          <p:cNvPr id="9" name="Picture 8" descr="Diagram&#10;&#10;Description automatically generated"/>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7410" y="1870075"/>
            <a:ext cx="3060700" cy="4391660"/>
          </a:xfrm>
          <a:prstGeom prst="rect">
            <a:avLst/>
          </a:prstGeom>
        </p:spPr>
      </p:pic>
      <p:graphicFrame>
        <p:nvGraphicFramePr>
          <p:cNvPr id="19" name="Content Placeholder 5"/>
          <p:cNvGraphicFramePr>
            <a:graphicFrameLocks noGrp="1"/>
          </p:cNvGraphicFramePr>
          <p:nvPr/>
        </p:nvGraphicFramePr>
        <p:xfrm>
          <a:off x="6042025" y="502285"/>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85" y="748030"/>
            <a:ext cx="4710430" cy="1034415"/>
          </a:xfrm>
        </p:spPr>
        <p:txBody>
          <a:bodyPr>
            <a:normAutofit/>
          </a:bodyPr>
          <a:lstStyle/>
          <a:p>
            <a:r>
              <a:rPr lang="en-IN" sz="2600" dirty="0">
                <a:sym typeface="+mn-ea"/>
              </a:rPr>
              <a:t>Data Centre and Compute</a:t>
            </a:r>
            <a:endParaRPr lang="en-IN" sz="2600" dirty="0">
              <a:sym typeface="+mn-ea"/>
            </a:endParaRPr>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pic>
        <p:nvPicPr>
          <p:cNvPr id="9" name="Picture 8" descr="Graphical user interface&#10;&#10;Description automatically generated with low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3790" y="1882775"/>
            <a:ext cx="3669665" cy="4316095"/>
          </a:xfrm>
          <a:prstGeom prst="rect">
            <a:avLst/>
          </a:prstGeom>
        </p:spPr>
      </p:pic>
      <p:graphicFrame>
        <p:nvGraphicFramePr>
          <p:cNvPr id="8" name="Content Placeholder 5"/>
          <p:cNvGraphicFramePr>
            <a:graphicFrameLocks noGrp="1"/>
          </p:cNvGraphicFramePr>
          <p:nvPr>
            <p:ph idx="1"/>
          </p:nvPr>
        </p:nvGraphicFramePr>
        <p:xfrm>
          <a:off x="5537200" y="537210"/>
          <a:ext cx="5304155" cy="6016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85" y="748030"/>
            <a:ext cx="3600450" cy="1034415"/>
          </a:xfrm>
        </p:spPr>
        <p:txBody>
          <a:bodyPr/>
          <a:lstStyle/>
          <a:p>
            <a:r>
              <a:rPr lang="en-IN" dirty="0">
                <a:sym typeface="+mn-ea"/>
              </a:rPr>
              <a:t>Job Description</a:t>
            </a:r>
            <a:endParaRPr lang="en-US"/>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pic>
        <p:nvPicPr>
          <p:cNvPr id="8" name="Picture 7" descr="A person walking on a dirt path&#10;&#10;Description automatically generated with medium confidence"/>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13740" y="2165985"/>
            <a:ext cx="3417168" cy="4209256"/>
          </a:xfrm>
          <a:prstGeom prst="rect">
            <a:avLst/>
          </a:prstGeom>
        </p:spPr>
      </p:pic>
      <p:sp>
        <p:nvSpPr>
          <p:cNvPr id="5" name="Text Box 4"/>
          <p:cNvSpPr txBox="1"/>
          <p:nvPr/>
        </p:nvSpPr>
        <p:spPr>
          <a:xfrm>
            <a:off x="5144135" y="470535"/>
            <a:ext cx="6362700" cy="1779905"/>
          </a:xfrm>
          <a:prstGeom prst="rect">
            <a:avLst/>
          </a:prstGeom>
          <a:noFill/>
        </p:spPr>
        <p:txBody>
          <a:bodyPr wrap="square" rtlCol="0" anchor="t">
            <a:noAutofit/>
          </a:bodyPr>
          <a:lstStyle/>
          <a:p>
            <a:pPr>
              <a:lnSpc>
                <a:spcPct val="107000"/>
              </a:lnSpc>
              <a:spcAft>
                <a:spcPts val="800"/>
              </a:spcAft>
            </a:pPr>
            <a:r>
              <a:rPr lang="en-IN" u="sng" dirty="0">
                <a:effectLst/>
                <a:latin typeface="Calibri" panose="020F0502020204030204" charset="0"/>
                <a:ea typeface="Calibri" panose="020F0502020204030204" charset="0"/>
                <a:cs typeface="Mangal" panose="02040503050203030202" pitchFamily="18" charset="0"/>
                <a:sym typeface="+mn-ea"/>
              </a:rPr>
              <a:t>Job Description</a:t>
            </a:r>
            <a:endParaRPr lang="en-IN" sz="18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The selected candidate is expected to cover the assigned territory – prospecting, developing and advancing generated opportunities through the funnel stages to closure.</a:t>
            </a:r>
            <a:endParaRPr lang="en-IN" sz="16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Map the potential target accounts in the assigned territory.</a:t>
            </a:r>
            <a:endParaRPr lang="en-IN" sz="16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Meet the key decision makers for our solutions in the target accounts i.e. the IT Manager, Networking Manager, Security Manager, Data Centre Manager, Cloud Manager etc. and pitch for business and generate pipeline.</a:t>
            </a:r>
            <a:endParaRPr lang="en-IN" sz="16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Develop consultative relationships with the people described above in the target accounts. </a:t>
            </a:r>
            <a:endParaRPr lang="en-IN" sz="16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Work with Presales, Technical and Sales Manager, OEM sales teams to build adequate pipeline commensurate with business targets given and advance cases through the funnel stages to closure.</a:t>
            </a:r>
            <a:endParaRPr lang="en-IN" sz="16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sz="1600" dirty="0">
                <a:effectLst/>
                <a:latin typeface="Calibri" panose="020F0502020204030204" charset="0"/>
                <a:ea typeface="Calibri" panose="020F0502020204030204" charset="0"/>
                <a:cs typeface="Mangal" panose="02040503050203030202" pitchFamily="18" charset="0"/>
                <a:sym typeface="+mn-ea"/>
              </a:rPr>
              <a:t>Maintain healthy addition to pipeline by </a:t>
            </a:r>
            <a:r>
              <a:rPr lang="en-IN" dirty="0">
                <a:effectLst/>
                <a:latin typeface="Calibri" panose="020F0502020204030204" charset="0"/>
                <a:ea typeface="Calibri" panose="020F0502020204030204" charset="0"/>
                <a:cs typeface="Mangal" panose="02040503050203030202" pitchFamily="18" charset="0"/>
                <a:sym typeface="+mn-ea"/>
              </a:rPr>
              <a:t>sound coverage of the assigned territory.</a:t>
            </a:r>
            <a:endParaRPr lang="en-IN" sz="18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buFont typeface="Symbol" panose="05050102010706020507" pitchFamily="18" charset="2"/>
              <a:buChar char=""/>
            </a:pPr>
            <a:r>
              <a:rPr lang="en-IN" dirty="0">
                <a:effectLst/>
                <a:latin typeface="Calibri" panose="020F0502020204030204" charset="0"/>
                <a:ea typeface="Calibri" panose="020F0502020204030204" charset="0"/>
                <a:cs typeface="Mangal" panose="02040503050203030202" pitchFamily="18" charset="0"/>
                <a:sym typeface="+mn-ea"/>
              </a:rPr>
              <a:t>Develop and deepen key account relationships by involving senior managers in meetings with key decision makers in the account(s).</a:t>
            </a:r>
            <a:endParaRPr lang="en-IN" sz="1800" dirty="0">
              <a:effectLst/>
              <a:latin typeface="Calibri" panose="020F0502020204030204" charset="0"/>
              <a:ea typeface="Calibri" panose="020F050202020403020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IN" dirty="0">
                <a:effectLst/>
                <a:latin typeface="Calibri" panose="020F0502020204030204" charset="0"/>
                <a:ea typeface="Calibri" panose="020F0502020204030204" charset="0"/>
                <a:cs typeface="Mangal" panose="02040503050203030202" pitchFamily="18" charset="0"/>
                <a:sym typeface="+mn-ea"/>
              </a:rPr>
              <a:t>Achieve the assigned revenue and profitability goals quarter on quarter.</a:t>
            </a:r>
            <a:endParaRPr lang="en-IN" sz="2800" b="1" dirty="0">
              <a:solidFill>
                <a:srgbClr val="00283A"/>
              </a:solidFill>
              <a:effectLst/>
              <a:latin typeface="Calibri" panose="020F0502020204030204" charset="0"/>
              <a:ea typeface="Calibri" panose="020F0502020204030204" charset="0"/>
              <a:cs typeface="Mangal" panose="02040503050203030202" pitchFamily="18"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ourse&#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350" y="1552745"/>
            <a:ext cx="5810250" cy="4112873"/>
          </a:xfrm>
          <a:prstGeom prst="rect">
            <a:avLst/>
          </a:prstGeom>
          <a:noFill/>
        </p:spPr>
      </p:pic>
      <p:sp>
        <p:nvSpPr>
          <p:cNvPr id="11" name="Title 2"/>
          <p:cNvSpPr>
            <a:spLocks noGrp="1"/>
          </p:cNvSpPr>
          <p:nvPr>
            <p:ph type="title"/>
          </p:nvPr>
        </p:nvSpPr>
        <p:spPr>
          <a:xfrm>
            <a:off x="6437745" y="748149"/>
            <a:ext cx="5366328" cy="1034473"/>
          </a:xfrm>
        </p:spPr>
        <p:txBody>
          <a:bodyPr wrap="square" anchor="b">
            <a:normAutofit/>
          </a:bodyPr>
          <a:lstStyle/>
          <a:p>
            <a:r>
              <a:rPr lang="en-US" sz="3200"/>
              <a:t>B2B SALES Internship</a:t>
            </a:r>
            <a:endParaRPr lang="en-US" sz="3200"/>
          </a:p>
        </p:txBody>
      </p:sp>
      <p:sp>
        <p:nvSpPr>
          <p:cNvPr id="18" name="Text Placeholder 3"/>
          <p:cNvSpPr>
            <a:spLocks noGrp="1"/>
          </p:cNvSpPr>
          <p:nvPr>
            <p:ph type="body" sz="quarter" idx="10"/>
          </p:nvPr>
        </p:nvSpPr>
        <p:spPr>
          <a:xfrm>
            <a:off x="6437745" y="2071345"/>
            <a:ext cx="5366328" cy="4398728"/>
          </a:xfrm>
        </p:spPr>
        <p:txBody>
          <a:bodyPr/>
          <a:lstStyle/>
          <a:p>
            <a:r>
              <a:rPr lang="en-US" sz="2400" dirty="0"/>
              <a:t>Learn New skills</a:t>
            </a:r>
            <a:endParaRPr lang="en-US" sz="2400" dirty="0"/>
          </a:p>
          <a:p>
            <a:r>
              <a:rPr lang="en-US" sz="2400" dirty="0"/>
              <a:t>Practice with real prospects customers</a:t>
            </a:r>
            <a:endParaRPr lang="en-US" sz="2400" dirty="0"/>
          </a:p>
          <a:p>
            <a:r>
              <a:rPr lang="en-US" sz="2400" dirty="0"/>
              <a:t>Get mentored by Senior professionals in the industry.</a:t>
            </a:r>
            <a:endParaRPr lang="en-US" sz="2400" dirty="0"/>
          </a:p>
          <a:p>
            <a:r>
              <a:rPr lang="en-US" sz="2400"/>
              <a:t>Understand result</a:t>
            </a:r>
            <a:r>
              <a:rPr lang="en-US" sz="2400" dirty="0"/>
              <a:t>-</a:t>
            </a:r>
            <a:r>
              <a:rPr lang="en-US" sz="2400"/>
              <a:t>oriented </a:t>
            </a:r>
            <a:r>
              <a:rPr lang="en-US" sz="2400" dirty="0"/>
              <a:t>work.</a:t>
            </a:r>
            <a:endParaRPr lang="en-US" sz="2400" dirty="0"/>
          </a:p>
          <a:p>
            <a:r>
              <a:rPr lang="en-US" sz="2400" dirty="0"/>
              <a:t>Exposure to modern tools and technologies</a:t>
            </a:r>
            <a:endParaRPr lang="en-US" sz="2400" dirty="0"/>
          </a:p>
          <a:p>
            <a:r>
              <a:rPr lang="en-US" sz="2400" dirty="0"/>
              <a:t>Understand business processes </a:t>
            </a:r>
            <a:endParaRPr lang="en-US" sz="2400" dirty="0"/>
          </a:p>
          <a:p>
            <a:endParaRPr lang="en-US" sz="2400" dirty="0"/>
          </a:p>
          <a:p>
            <a:endParaRPr lang="en-US" sz="2400" dirty="0"/>
          </a:p>
          <a:p>
            <a:endParaRPr lang="en-US" sz="2400" dirty="0"/>
          </a:p>
          <a:p>
            <a:endParaRPr lang="en-US" dirty="0"/>
          </a:p>
        </p:txBody>
      </p:sp>
      <p:sp>
        <p:nvSpPr>
          <p:cNvPr id="4" name="Slide Number Placeholder 3"/>
          <p:cNvSpPr>
            <a:spLocks noGrp="1"/>
          </p:cNvSpPr>
          <p:nvPr>
            <p:ph type="sldNum" sz="quarter" idx="11"/>
          </p:nvPr>
        </p:nvSpPr>
        <p:spPr>
          <a:xfrm>
            <a:off x="11068434" y="6553158"/>
            <a:ext cx="828000" cy="252461"/>
          </a:xfrm>
        </p:spPr>
        <p:txBody>
          <a:bodyPr anchor="ctr">
            <a:normAutofit/>
          </a:bodyPr>
          <a:lstStyle/>
          <a:p>
            <a:pPr>
              <a:spcAft>
                <a:spcPts val="600"/>
              </a:spcAft>
            </a:pPr>
            <a:fld id="{24696A60-DB0A-470E-AAFD-A57EC3EA0701}"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85" y="748030"/>
            <a:ext cx="11416030" cy="737870"/>
          </a:xfrm>
        </p:spPr>
        <p:txBody>
          <a:bodyPr>
            <a:noAutofit/>
          </a:bodyPr>
          <a:lstStyle/>
          <a:p>
            <a:r>
              <a:rPr lang="en-IN" altLang="en-US" sz="3600"/>
              <a:t>Intern to Hire</a:t>
            </a:r>
            <a:endParaRPr lang="en-IN" altLang="en-US" sz="3600"/>
          </a:p>
        </p:txBody>
      </p:sp>
      <p:sp>
        <p:nvSpPr>
          <p:cNvPr id="3" name="Text Placeholder 2"/>
          <p:cNvSpPr>
            <a:spLocks noGrp="1"/>
          </p:cNvSpPr>
          <p:nvPr>
            <p:ph type="body" sz="quarter" idx="10"/>
          </p:nvPr>
        </p:nvSpPr>
        <p:spPr>
          <a:xfrm>
            <a:off x="387985" y="1383665"/>
            <a:ext cx="11416030" cy="5086350"/>
          </a:xfrm>
        </p:spPr>
        <p:txBody>
          <a:bodyPr>
            <a:noAutofit/>
          </a:bodyPr>
          <a:lstStyle/>
          <a:p>
            <a:r>
              <a:rPr lang="en-IN" altLang="en-US" sz="1800" b="1" dirty="0"/>
              <a:t>The Internship program is for a period of 6 months</a:t>
            </a:r>
            <a:endParaRPr lang="en-IN" altLang="en-US" sz="1800" b="1" dirty="0"/>
          </a:p>
          <a:p>
            <a:endParaRPr lang="en-IN" altLang="en-US" sz="1800" b="1" dirty="0"/>
          </a:p>
          <a:p>
            <a:r>
              <a:rPr lang="en-US" altLang="en-US" sz="1800" b="1" dirty="0"/>
              <a:t>Interns gain valuable practical experience and industry insights</a:t>
            </a:r>
            <a:endParaRPr lang="en-US" altLang="en-US" sz="1800" b="1" dirty="0"/>
          </a:p>
          <a:p>
            <a:endParaRPr lang="en-IN" altLang="en-US" sz="1800" b="1" dirty="0"/>
          </a:p>
          <a:p>
            <a:r>
              <a:rPr lang="en-US" altLang="en-US" sz="1800" b="1" dirty="0"/>
              <a:t>Interns have the opportunity to understand the company's culture and work style</a:t>
            </a:r>
            <a:endParaRPr lang="en-US" altLang="en-US" sz="1800" b="1" dirty="0"/>
          </a:p>
          <a:p>
            <a:pPr marL="0" indent="0">
              <a:buNone/>
            </a:pPr>
            <a:endParaRPr lang="en-IN" altLang="en-US" sz="1800" b="1" dirty="0"/>
          </a:p>
          <a:p>
            <a:r>
              <a:rPr lang="en-US" altLang="en-US" sz="1800" b="1" dirty="0"/>
              <a:t>Interns </a:t>
            </a:r>
            <a:r>
              <a:rPr lang="en-IN" altLang="en-US" sz="1800" b="1" dirty="0"/>
              <a:t>will </a:t>
            </a:r>
            <a:r>
              <a:rPr lang="en-US" altLang="en-US" sz="1800" b="1" dirty="0"/>
              <a:t>work on </a:t>
            </a:r>
            <a:r>
              <a:rPr lang="en-IN" altLang="en-US" sz="1800" b="1" dirty="0"/>
              <a:t>the Sales </a:t>
            </a:r>
            <a:r>
              <a:rPr lang="en-IN" altLang="en-US" sz="1800" b="1" dirty="0" err="1"/>
              <a:t>ssignments</a:t>
            </a:r>
            <a:r>
              <a:rPr lang="en-IN" altLang="en-US" sz="1800" b="1" dirty="0"/>
              <a:t> </a:t>
            </a:r>
            <a:r>
              <a:rPr lang="en-US" altLang="en-US" sz="1800" b="1" dirty="0"/>
              <a:t>relevant to the company's needs, under the guidance of experienced employees</a:t>
            </a:r>
            <a:endParaRPr lang="en-US" altLang="en-US" sz="1800" b="1" dirty="0"/>
          </a:p>
          <a:p>
            <a:pPr marL="0" indent="0">
              <a:buNone/>
            </a:pPr>
            <a:endParaRPr lang="en-US" altLang="en-US" sz="1800" b="1" dirty="0"/>
          </a:p>
          <a:p>
            <a:r>
              <a:rPr lang="en-IN" altLang="en-US" sz="1800" b="1" dirty="0">
                <a:sym typeface="+mn-ea"/>
              </a:rPr>
              <a:t>During the Internship program the candidate will be eligible for a fixed Stipend</a:t>
            </a:r>
            <a:endParaRPr lang="en-IN" altLang="en-US" sz="1800" b="1" dirty="0"/>
          </a:p>
          <a:p>
            <a:pPr marL="0" indent="0">
              <a:buNone/>
            </a:pPr>
            <a:endParaRPr lang="en-US" altLang="en-US" sz="1800" b="1" dirty="0"/>
          </a:p>
          <a:p>
            <a:r>
              <a:rPr lang="en-US" altLang="en-US" sz="1800" b="1" dirty="0"/>
              <a:t>Interns are typically evaluated on their performance, work ethic, and contributions to the team</a:t>
            </a:r>
            <a:endParaRPr lang="en-US" altLang="en-US" sz="1800" b="1" dirty="0"/>
          </a:p>
          <a:p>
            <a:endParaRPr lang="en-US" altLang="en-US" sz="1800" b="1" dirty="0"/>
          </a:p>
          <a:p>
            <a:r>
              <a:rPr lang="en-US" altLang="en-US" sz="1800" b="1" dirty="0"/>
              <a:t>Based on the evaluation, successful interns </a:t>
            </a:r>
            <a:r>
              <a:rPr lang="en-IN" altLang="en-US" sz="1800" b="1" dirty="0"/>
              <a:t>will b</a:t>
            </a:r>
            <a:r>
              <a:rPr lang="en-US" altLang="en-US" sz="1800" b="1" dirty="0"/>
              <a:t>e offered a full-time position at the company</a:t>
            </a:r>
            <a:r>
              <a:rPr lang="en-IN" altLang="en-US" sz="1800" b="1" dirty="0"/>
              <a:t> post their graduation</a:t>
            </a:r>
            <a:endParaRPr lang="en-US" altLang="en-US" sz="1800" b="1" dirty="0"/>
          </a:p>
          <a:p>
            <a:pPr marL="0" indent="0">
              <a:buNone/>
            </a:pPr>
            <a:endParaRPr lang="en-IN" altLang="en-US" b="1" dirty="0"/>
          </a:p>
          <a:p>
            <a:endParaRPr lang="en-IN" altLang="en-US" dirty="0"/>
          </a:p>
          <a:p>
            <a:pPr marL="0" indent="0">
              <a:buNone/>
            </a:pPr>
            <a:endParaRPr lang="en-IN" altLang="en-US" dirty="0"/>
          </a:p>
        </p:txBody>
      </p:sp>
      <p:sp>
        <p:nvSpPr>
          <p:cNvPr id="4" name="Slide Number Placeholder 3"/>
          <p:cNvSpPr>
            <a:spLocks noGrp="1"/>
          </p:cNvSpPr>
          <p:nvPr>
            <p:ph type="sldNum" sz="quarter" idx="11"/>
          </p:nvPr>
        </p:nvSpPr>
        <p:spPr/>
        <p:txBody>
          <a:bodyPr/>
          <a:lstStyle/>
          <a:p>
            <a:fld id="{24696A60-DB0A-470E-AAFD-A57EC3EA0701}"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1178805" y="4173010"/>
            <a:ext cx="9992299" cy="842559"/>
          </a:xfrm>
        </p:spPr>
        <p:txBody>
          <a:bodyPr vert="horz" lIns="91440" tIns="45720" rIns="91440" bIns="45720" rtlCol="0" anchor="t">
            <a:noAutofit/>
          </a:bodyPr>
          <a:lstStyle/>
          <a:p>
            <a:pPr>
              <a:lnSpc>
                <a:spcPct val="90000"/>
              </a:lnSpc>
            </a:pPr>
            <a:r>
              <a:rPr lang="en-IN" sz="5400">
                <a:latin typeface="Poppins"/>
                <a:cs typeface="Poppins"/>
              </a:rPr>
              <a:t>Thank You</a:t>
            </a:r>
            <a:endParaRPr lang="en-IN" sz="5400">
              <a:latin typeface="Poppins"/>
              <a:cs typeface="Poppins"/>
            </a:endParaRPr>
          </a:p>
          <a:p>
            <a:pPr>
              <a:lnSpc>
                <a:spcPct val="90000"/>
              </a:lnSpc>
            </a:pPr>
            <a:endParaRPr lang="en-IN" sz="5400">
              <a:latin typeface="Poppins"/>
              <a:cs typeface="Poppins"/>
            </a:endParaRPr>
          </a:p>
        </p:txBody>
      </p:sp>
    </p:spTree>
  </p:cSld>
  <p:clrMapOvr>
    <a:masterClrMapping/>
  </p:clrMapOvr>
</p:sld>
</file>

<file path=ppt/theme/theme1.xml><?xml version="1.0" encoding="utf-8"?>
<a:theme xmlns:a="http://schemas.openxmlformats.org/drawingml/2006/main" name="GTX">
  <a:themeElements>
    <a:clrScheme name="VFM">
      <a:dk1>
        <a:srgbClr val="040824"/>
      </a:dk1>
      <a:lt1>
        <a:sysClr val="window" lastClr="FFFFFF"/>
      </a:lt1>
      <a:dk2>
        <a:srgbClr val="004BFF"/>
      </a:dk2>
      <a:lt2>
        <a:srgbClr val="00FFC8"/>
      </a:lt2>
      <a:accent1>
        <a:srgbClr val="040824"/>
      </a:accent1>
      <a:accent2>
        <a:srgbClr val="00FFC8"/>
      </a:accent2>
      <a:accent3>
        <a:srgbClr val="004BFF"/>
      </a:accent3>
      <a:accent4>
        <a:srgbClr val="00AAFF"/>
      </a:accent4>
      <a:accent5>
        <a:srgbClr val="FDF3E9"/>
      </a:accent5>
      <a:accent6>
        <a:srgbClr val="FFFFFF"/>
      </a:accent6>
      <a:hlink>
        <a:srgbClr val="040824"/>
      </a:hlink>
      <a:folHlink>
        <a:srgbClr val="00AAFF"/>
      </a:folHlink>
    </a:clrScheme>
    <a:fontScheme name="VFM">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2800" b="1" dirty="0" smtClean="0">
            <a:solidFill>
              <a:srgbClr val="00283A"/>
            </a:solidFill>
            <a:latin typeface="+mj-l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GTX</Template>
  <TotalTime>0</TotalTime>
  <Words>2958</Words>
  <Application>WPS Presentation</Application>
  <PresentationFormat>Widescreen</PresentationFormat>
  <Paragraphs>122</Paragraphs>
  <Slides>11</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Poppins</vt:lpstr>
      <vt:lpstr>Segoe Print</vt:lpstr>
      <vt:lpstr>Poppins SemiBold</vt:lpstr>
      <vt:lpstr>Calibri</vt:lpstr>
      <vt:lpstr>Mangal</vt:lpstr>
      <vt:lpstr>Symbol</vt:lpstr>
      <vt:lpstr>Poppins</vt:lpstr>
      <vt:lpstr>Microsoft YaHei</vt:lpstr>
      <vt:lpstr>Arial Unicode MS</vt:lpstr>
      <vt:lpstr>GTX</vt:lpstr>
      <vt:lpstr>PowerPoint 演示文稿</vt:lpstr>
      <vt:lpstr>Company Overview </vt:lpstr>
      <vt:lpstr>  How does Solution Selling approach add to your sale ability quotient  </vt:lpstr>
      <vt:lpstr>Value addition through assignment  </vt:lpstr>
      <vt:lpstr>PowerPoint 演示文稿</vt:lpstr>
      <vt:lpstr>Enterprise Networking</vt:lpstr>
      <vt:lpstr>Data Centre and Compute</vt:lpstr>
      <vt:lpstr>Job Description</vt:lpstr>
      <vt:lpstr>B2B SALES Internship</vt:lpstr>
      <vt:lpstr>Intern to Hire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Avinash Bichali</dc:creator>
  <cp:lastModifiedBy>WPS_1706088013</cp:lastModifiedBy>
  <cp:revision>13</cp:revision>
  <dcterms:created xsi:type="dcterms:W3CDTF">2021-03-19T07:26:00Z</dcterms:created>
  <dcterms:modified xsi:type="dcterms:W3CDTF">2025-09-18T11:47:04Z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960FDF275F5643B0A46903777AB812B9_13</vt:lpwstr>
  </property>
  <property fmtid="{D5CDD505-2E9C-101B-9397-08002B2CF9AE}" pid="3" name="KSOProductBuildVer">
    <vt:lpwstr>1033-12.2.0.22549</vt:lpwstr>
  </property>
</Properties>
</file>