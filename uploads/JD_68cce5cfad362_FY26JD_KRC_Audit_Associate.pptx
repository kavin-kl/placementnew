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p:sldMasterIdLst>
    <p:sldMasterId id="2147483660" r:id="rId4"/>
  </p:sldMasterIdLst>
  <p:notesMasterIdLst>
    <p:notesMasterId r:id="rId8"/>
  </p:notesMasterIdLst>
  <p:handoutMasterIdLst>
    <p:handoutMasterId r:id="rId9"/>
  </p:handoutMasterIdLst>
  <p:sldIdLst>
    <p:sldId id="256" r:id="rId5"/>
    <p:sldId id="262" r:id="rId6"/>
    <p:sldId id="261" r:id="rId7"/>
  </p:sldIdLst>
  <p:sldSz cx="6858000" cy="9906000" type="A4"/>
  <p:notesSz cx="6858000" cy="9144000"/>
  <p:custDataLst>
    <p:tags r:id="rId10"/>
  </p:custDataLst>
  <p:defaultTextStyle>
    <a:defPPr>
      <a:defRPr lang="en-US"/>
    </a:defPPr>
    <a:lvl1pPr marL="0" algn="l" defTabSz="914373" rtl="0" eaLnBrk="1" latinLnBrk="0" hangingPunct="1">
      <a:defRPr sz="1800" kern="1200">
        <a:solidFill>
          <a:schemeClr val="tx1"/>
        </a:solidFill>
        <a:latin typeface="+mn-lt"/>
        <a:ea typeface="+mn-ea"/>
        <a:cs typeface="+mn-cs"/>
      </a:defRPr>
    </a:lvl1pPr>
    <a:lvl2pPr marL="457187" algn="l" defTabSz="914373" rtl="0" eaLnBrk="1" latinLnBrk="0" hangingPunct="1">
      <a:defRPr sz="1800" kern="1200">
        <a:solidFill>
          <a:schemeClr val="tx1"/>
        </a:solidFill>
        <a:latin typeface="+mn-lt"/>
        <a:ea typeface="+mn-ea"/>
        <a:cs typeface="+mn-cs"/>
      </a:defRPr>
    </a:lvl2pPr>
    <a:lvl3pPr marL="914373" algn="l" defTabSz="914373" rtl="0" eaLnBrk="1" latinLnBrk="0" hangingPunct="1">
      <a:defRPr sz="1800" kern="1200">
        <a:solidFill>
          <a:schemeClr val="tx1"/>
        </a:solidFill>
        <a:latin typeface="+mn-lt"/>
        <a:ea typeface="+mn-ea"/>
        <a:cs typeface="+mn-cs"/>
      </a:defRPr>
    </a:lvl3pPr>
    <a:lvl4pPr marL="1371560" algn="l" defTabSz="914373" rtl="0" eaLnBrk="1" latinLnBrk="0" hangingPunct="1">
      <a:defRPr sz="1800" kern="1200">
        <a:solidFill>
          <a:schemeClr val="tx1"/>
        </a:solidFill>
        <a:latin typeface="+mn-lt"/>
        <a:ea typeface="+mn-ea"/>
        <a:cs typeface="+mn-cs"/>
      </a:defRPr>
    </a:lvl4pPr>
    <a:lvl5pPr marL="1828747" algn="l" defTabSz="914373" rtl="0" eaLnBrk="1" latinLnBrk="0" hangingPunct="1">
      <a:defRPr sz="1800" kern="1200">
        <a:solidFill>
          <a:schemeClr val="tx1"/>
        </a:solidFill>
        <a:latin typeface="+mn-lt"/>
        <a:ea typeface="+mn-ea"/>
        <a:cs typeface="+mn-cs"/>
      </a:defRPr>
    </a:lvl5pPr>
    <a:lvl6pPr marL="2285933" algn="l" defTabSz="914373" rtl="0" eaLnBrk="1" latinLnBrk="0" hangingPunct="1">
      <a:defRPr sz="1800" kern="1200">
        <a:solidFill>
          <a:schemeClr val="tx1"/>
        </a:solidFill>
        <a:latin typeface="+mn-lt"/>
        <a:ea typeface="+mn-ea"/>
        <a:cs typeface="+mn-cs"/>
      </a:defRPr>
    </a:lvl6pPr>
    <a:lvl7pPr marL="2743120" algn="l" defTabSz="914373" rtl="0" eaLnBrk="1" latinLnBrk="0" hangingPunct="1">
      <a:defRPr sz="1800" kern="1200">
        <a:solidFill>
          <a:schemeClr val="tx1"/>
        </a:solidFill>
        <a:latin typeface="+mn-lt"/>
        <a:ea typeface="+mn-ea"/>
        <a:cs typeface="+mn-cs"/>
      </a:defRPr>
    </a:lvl7pPr>
    <a:lvl8pPr marL="3200307" algn="l" defTabSz="914373" rtl="0" eaLnBrk="1" latinLnBrk="0" hangingPunct="1">
      <a:defRPr sz="1800" kern="1200">
        <a:solidFill>
          <a:schemeClr val="tx1"/>
        </a:solidFill>
        <a:latin typeface="+mn-lt"/>
        <a:ea typeface="+mn-ea"/>
        <a:cs typeface="+mn-cs"/>
      </a:defRPr>
    </a:lvl8pPr>
    <a:lvl9pPr marL="3657494" algn="l" defTabSz="914373"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202CBE5-2690-1D71-2F53-18A95660BF86}" name="Subramanian, Yamini" initials="SY" userId="S::yaminis@kpmg.com::5daf3778-1967-4577-b433-dd43ea4d223c" providerId="AD"/>
  <p188:author id="{E38311F2-D118-C127-A82E-606785407270}" name="Basera, Jyoti" initials="BJ" userId="S::jyotibasera@kpmg.com::d9e573f6-e896-4c6b-8268-fa956b078046"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49E2"/>
    <a:srgbClr val="FFFFFF"/>
    <a:srgbClr val="ACEAFF"/>
    <a:srgbClr val="E5E5E5"/>
    <a:srgbClr val="0C233C"/>
    <a:srgbClr val="009A44"/>
    <a:srgbClr val="BC204B"/>
    <a:srgbClr val="F68D2E"/>
    <a:srgbClr val="EAAA00"/>
    <a:srgbClr val="43B02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4336" autoAdjust="0"/>
    <p:restoredTop sz="95465" autoAdjust="0"/>
  </p:normalViewPr>
  <p:slideViewPr>
    <p:cSldViewPr snapToGrid="0" showGuides="1">
      <p:cViewPr varScale="1">
        <p:scale>
          <a:sx n="75" d="100"/>
          <a:sy n="75" d="100"/>
        </p:scale>
        <p:origin x="3744" y="54"/>
      </p:cViewPr>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5544"/>
    </p:cViewPr>
  </p:sorterViewPr>
  <p:notesViewPr>
    <p:cSldViewPr snapToGrid="0" showGuides="1">
      <p:cViewPr varScale="1">
        <p:scale>
          <a:sx n="83" d="100"/>
          <a:sy n="83" d="100"/>
        </p:scale>
        <p:origin x="2274"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8/10/relationships/authors" Target="authors.xml"/><Relationship Id="rId10"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handoutMaster" Target="handoutMasters/handout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latin typeface="Arial" panose="020B0604020202020204" pitchFamily="34" charset="0"/>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33DCA11-4AEB-4262-B21A-8D69FFA67FE8}" type="datetimeFigureOut">
              <a:rPr lang="en-GB" smtClean="0">
                <a:latin typeface="Arial" panose="020B0604020202020204" pitchFamily="34" charset="0"/>
              </a:rPr>
              <a:t>28/08/2025</a:t>
            </a:fld>
            <a:endParaRPr lang="en-GB" dirty="0">
              <a:latin typeface="Arial" panose="020B0604020202020204" pitchFamily="34" charset="0"/>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latin typeface="Arial" panose="020B0604020202020204" pitchFamily="34" charset="0"/>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5AEA554-ABD2-450C-A5DE-F454A103435A}" type="slidenum">
              <a:rPr lang="en-GB" smtClean="0">
                <a:latin typeface="Arial" panose="020B0604020202020204" pitchFamily="34" charset="0"/>
              </a:rPr>
              <a:t>‹#›</a:t>
            </a:fld>
            <a:endParaRPr lang="en-GB" dirty="0">
              <a:latin typeface="Arial" panose="020B0604020202020204" pitchFamily="34" charset="0"/>
            </a:endParaRPr>
          </a:p>
        </p:txBody>
      </p:sp>
    </p:spTree>
    <p:extLst>
      <p:ext uri="{BB962C8B-B14F-4D97-AF65-F5344CB8AC3E}">
        <p14:creationId xmlns:p14="http://schemas.microsoft.com/office/powerpoint/2010/main" val="8393428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defRPr>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defRPr>
            </a:lvl1pPr>
          </a:lstStyle>
          <a:p>
            <a:fld id="{64E02A98-EE6F-4B3B-B1CE-45F84A5B9F2B}" type="datetimeFigureOut">
              <a:rPr lang="en-GB" smtClean="0"/>
              <a:pPr/>
              <a:t>28/08/2025</a:t>
            </a:fld>
            <a:endParaRPr lang="en-GB" dirty="0"/>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defRPr>
            </a:lvl1pPr>
          </a:lstStyle>
          <a:p>
            <a:fld id="{615797FA-F5A5-458B-890C-19F331D8CA3B}" type="slidenum">
              <a:rPr lang="en-GB" smtClean="0"/>
              <a:pPr/>
              <a:t>‹#›</a:t>
            </a:fld>
            <a:endParaRPr lang="en-GB" dirty="0"/>
          </a:p>
        </p:txBody>
      </p:sp>
    </p:spTree>
    <p:extLst>
      <p:ext uri="{BB962C8B-B14F-4D97-AF65-F5344CB8AC3E}">
        <p14:creationId xmlns:p14="http://schemas.microsoft.com/office/powerpoint/2010/main" val="1500768402"/>
      </p:ext>
    </p:extLst>
  </p:cSld>
  <p:clrMap bg1="lt1" tx1="dk1" bg2="lt2" tx2="dk2" accent1="accent1" accent2="accent2" accent3="accent3" accent4="accent4" accent5="accent5" accent6="accent6" hlink="hlink" folHlink="folHlink"/>
  <p:notesStyle>
    <a:lvl1pPr marL="0" algn="l" defTabSz="914373" rtl="0" eaLnBrk="1" latinLnBrk="0" hangingPunct="1">
      <a:defRPr sz="1200" kern="1200">
        <a:solidFill>
          <a:schemeClr val="tx1"/>
        </a:solidFill>
        <a:latin typeface="Arial" panose="020B0604020202020204" pitchFamily="34" charset="0"/>
        <a:ea typeface="+mn-ea"/>
        <a:cs typeface="+mn-cs"/>
      </a:defRPr>
    </a:lvl1pPr>
    <a:lvl2pPr marL="457187" algn="l" defTabSz="914373" rtl="0" eaLnBrk="1" latinLnBrk="0" hangingPunct="1">
      <a:defRPr sz="1200" kern="1200">
        <a:solidFill>
          <a:schemeClr val="tx1"/>
        </a:solidFill>
        <a:latin typeface="Arial" panose="020B0604020202020204" pitchFamily="34" charset="0"/>
        <a:ea typeface="+mn-ea"/>
        <a:cs typeface="+mn-cs"/>
      </a:defRPr>
    </a:lvl2pPr>
    <a:lvl3pPr marL="914373" algn="l" defTabSz="914373" rtl="0" eaLnBrk="1" latinLnBrk="0" hangingPunct="1">
      <a:defRPr sz="1200" kern="1200">
        <a:solidFill>
          <a:schemeClr val="tx1"/>
        </a:solidFill>
        <a:latin typeface="Arial" panose="020B0604020202020204" pitchFamily="34" charset="0"/>
        <a:ea typeface="+mn-ea"/>
        <a:cs typeface="+mn-cs"/>
      </a:defRPr>
    </a:lvl3pPr>
    <a:lvl4pPr marL="1371560" algn="l" defTabSz="914373" rtl="0" eaLnBrk="1" latinLnBrk="0" hangingPunct="1">
      <a:defRPr sz="1200" kern="1200">
        <a:solidFill>
          <a:schemeClr val="tx1"/>
        </a:solidFill>
        <a:latin typeface="Arial" panose="020B0604020202020204" pitchFamily="34" charset="0"/>
        <a:ea typeface="+mn-ea"/>
        <a:cs typeface="+mn-cs"/>
      </a:defRPr>
    </a:lvl4pPr>
    <a:lvl5pPr marL="1828747" algn="l" defTabSz="914373" rtl="0" eaLnBrk="1" latinLnBrk="0" hangingPunct="1">
      <a:defRPr sz="1200" kern="1200">
        <a:solidFill>
          <a:schemeClr val="tx1"/>
        </a:solidFill>
        <a:latin typeface="Arial" panose="020B0604020202020204" pitchFamily="34" charset="0"/>
        <a:ea typeface="+mn-ea"/>
        <a:cs typeface="+mn-cs"/>
      </a:defRPr>
    </a:lvl5pPr>
    <a:lvl6pPr marL="2285933" algn="l" defTabSz="914373" rtl="0" eaLnBrk="1" latinLnBrk="0" hangingPunct="1">
      <a:defRPr sz="1200" kern="1200">
        <a:solidFill>
          <a:schemeClr val="tx1"/>
        </a:solidFill>
        <a:latin typeface="+mn-lt"/>
        <a:ea typeface="+mn-ea"/>
        <a:cs typeface="+mn-cs"/>
      </a:defRPr>
    </a:lvl6pPr>
    <a:lvl7pPr marL="2743120" algn="l" defTabSz="914373" rtl="0" eaLnBrk="1" latinLnBrk="0" hangingPunct="1">
      <a:defRPr sz="1200" kern="1200">
        <a:solidFill>
          <a:schemeClr val="tx1"/>
        </a:solidFill>
        <a:latin typeface="+mn-lt"/>
        <a:ea typeface="+mn-ea"/>
        <a:cs typeface="+mn-cs"/>
      </a:defRPr>
    </a:lvl7pPr>
    <a:lvl8pPr marL="3200307" algn="l" defTabSz="914373" rtl="0" eaLnBrk="1" latinLnBrk="0" hangingPunct="1">
      <a:defRPr sz="1200" kern="1200">
        <a:solidFill>
          <a:schemeClr val="tx1"/>
        </a:solidFill>
        <a:latin typeface="+mn-lt"/>
        <a:ea typeface="+mn-ea"/>
        <a:cs typeface="+mn-cs"/>
      </a:defRPr>
    </a:lvl8pPr>
    <a:lvl9pPr marL="3657494" algn="l" defTabSz="914373"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0613" y="1143000"/>
            <a:ext cx="2136775"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15797FA-F5A5-458B-890C-19F331D8CA3B}" type="slidenum">
              <a:rPr lang="en-GB" smtClean="0"/>
              <a:pPr/>
              <a:t>0</a:t>
            </a:fld>
            <a:endParaRPr lang="en-GB" dirty="0"/>
          </a:p>
        </p:txBody>
      </p:sp>
    </p:spTree>
    <p:extLst>
      <p:ext uri="{BB962C8B-B14F-4D97-AF65-F5344CB8AC3E}">
        <p14:creationId xmlns:p14="http://schemas.microsoft.com/office/powerpoint/2010/main" val="10182340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0613" y="1143000"/>
            <a:ext cx="2136775"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15797FA-F5A5-458B-890C-19F331D8CA3B}" type="slidenum">
              <a:rPr lang="en-GB" smtClean="0"/>
              <a:pPr/>
              <a:t>1</a:t>
            </a:fld>
            <a:endParaRPr lang="en-GB" dirty="0"/>
          </a:p>
        </p:txBody>
      </p:sp>
    </p:spTree>
    <p:extLst>
      <p:ext uri="{BB962C8B-B14F-4D97-AF65-F5344CB8AC3E}">
        <p14:creationId xmlns:p14="http://schemas.microsoft.com/office/powerpoint/2010/main" val="9006457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0613" y="1143000"/>
            <a:ext cx="2136775"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15797FA-F5A5-458B-890C-19F331D8CA3B}" type="slidenum">
              <a:rPr lang="en-GB" smtClean="0"/>
              <a:pPr/>
              <a:t>2</a:t>
            </a:fld>
            <a:endParaRPr lang="en-GB" dirty="0"/>
          </a:p>
        </p:txBody>
      </p:sp>
    </p:spTree>
    <p:extLst>
      <p:ext uri="{BB962C8B-B14F-4D97-AF65-F5344CB8AC3E}">
        <p14:creationId xmlns:p14="http://schemas.microsoft.com/office/powerpoint/2010/main" val="25678045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Right vertical dark image">
    <p:bg>
      <p:bgPr>
        <a:solidFill>
          <a:srgbClr val="0091DA"/>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45400" y="1423988"/>
            <a:ext cx="4644000" cy="5070000"/>
          </a:xfrm>
        </p:spPr>
        <p:txBody>
          <a:bodyPr anchor="t" anchorCtr="0"/>
          <a:lstStyle>
            <a:lvl1pPr algn="l">
              <a:defRPr sz="8632" baseline="0">
                <a:solidFill>
                  <a:schemeClr val="bg1"/>
                </a:solidFill>
              </a:defRPr>
            </a:lvl1pPr>
          </a:lstStyle>
          <a:p>
            <a:r>
              <a:rPr lang="en-GB" dirty="0"/>
              <a:t>Title slide – </a:t>
            </a:r>
            <a:br>
              <a:rPr lang="en-GB" dirty="0"/>
            </a:br>
            <a:r>
              <a:rPr lang="en-GB" dirty="0"/>
              <a:t>dark vertical image – </a:t>
            </a:r>
            <a:r>
              <a:rPr lang="en-GB" dirty="0" err="1"/>
              <a:t>rhs</a:t>
            </a:r>
            <a:r>
              <a:rPr lang="en-GB" dirty="0"/>
              <a:t> </a:t>
            </a:r>
            <a:endParaRPr lang="en-US" dirty="0"/>
          </a:p>
        </p:txBody>
      </p:sp>
      <p:sp>
        <p:nvSpPr>
          <p:cNvPr id="6" name="Text Placeholder 3"/>
          <p:cNvSpPr>
            <a:spLocks noGrp="1"/>
          </p:cNvSpPr>
          <p:nvPr>
            <p:ph type="body" sz="quarter" idx="11"/>
          </p:nvPr>
        </p:nvSpPr>
        <p:spPr>
          <a:xfrm>
            <a:off x="545400" y="6764388"/>
            <a:ext cx="4622400" cy="312000"/>
          </a:xfrm>
        </p:spPr>
        <p:txBody>
          <a:bodyPr/>
          <a:lstStyle>
            <a:lvl1pPr>
              <a:defRPr sz="1187">
                <a:solidFill>
                  <a:schemeClr val="bg1"/>
                </a:solidFill>
              </a:defRPr>
            </a:lvl1pPr>
            <a:lvl2pPr>
              <a:defRPr sz="890">
                <a:solidFill>
                  <a:schemeClr val="bg1"/>
                </a:solidFill>
              </a:defRPr>
            </a:lvl2pPr>
            <a:lvl3pPr>
              <a:buClr>
                <a:schemeClr val="bg1"/>
              </a:buClr>
              <a:defRPr sz="890">
                <a:solidFill>
                  <a:schemeClr val="bg1"/>
                </a:solidFill>
              </a:defRPr>
            </a:lvl3pPr>
            <a:lvl4pPr>
              <a:buClr>
                <a:schemeClr val="bg1"/>
              </a:buClr>
              <a:defRPr sz="890">
                <a:solidFill>
                  <a:schemeClr val="bg1"/>
                </a:solidFill>
              </a:defRPr>
            </a:lvl4pPr>
            <a:lvl5pPr>
              <a:buClr>
                <a:schemeClr val="bg1"/>
              </a:buClr>
              <a:defRPr sz="890">
                <a:solidFill>
                  <a:schemeClr val="bg1"/>
                </a:solidFill>
              </a:defRPr>
            </a:lvl5pPr>
          </a:lstStyle>
          <a:p>
            <a:pPr lvl="0"/>
            <a:r>
              <a:rPr lang="en-US"/>
              <a:t>Click to edit Master text styles</a:t>
            </a:r>
          </a:p>
        </p:txBody>
      </p:sp>
      <p:sp>
        <p:nvSpPr>
          <p:cNvPr id="5" name="Freeform 19"/>
          <p:cNvSpPr>
            <a:spLocks noEditPoints="1"/>
          </p:cNvSpPr>
          <p:nvPr userDrawn="1"/>
        </p:nvSpPr>
        <p:spPr bwMode="auto">
          <a:xfrm>
            <a:off x="545400" y="687782"/>
            <a:ext cx="777600" cy="3432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8664" tIns="49332" rIns="98664" bIns="49332" numCol="1" anchor="t" anchorCtr="0" compatLnSpc="1">
            <a:prstTxWarp prst="textNoShape">
              <a:avLst/>
            </a:prstTxWarp>
          </a:bodyPr>
          <a:lstStyle/>
          <a:p>
            <a:endParaRPr lang="en-GB" sz="1942" dirty="0"/>
          </a:p>
        </p:txBody>
      </p:sp>
    </p:spTree>
    <p:extLst>
      <p:ext uri="{BB962C8B-B14F-4D97-AF65-F5344CB8AC3E}">
        <p14:creationId xmlns:p14="http://schemas.microsoft.com/office/powerpoint/2010/main" val="21290814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Left vertical dark image">
    <p:bg>
      <p:bgPr>
        <a:solidFill>
          <a:srgbClr val="0091DA"/>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562131" y="1423988"/>
            <a:ext cx="3737466" cy="5070000"/>
          </a:xfrm>
        </p:spPr>
        <p:txBody>
          <a:bodyPr anchor="t" anchorCtr="0"/>
          <a:lstStyle>
            <a:lvl1pPr algn="l">
              <a:defRPr sz="8632">
                <a:solidFill>
                  <a:schemeClr val="bg1"/>
                </a:solidFill>
              </a:defRPr>
            </a:lvl1pPr>
          </a:lstStyle>
          <a:p>
            <a:r>
              <a:rPr lang="en-GB" dirty="0"/>
              <a:t>Title slide – dark vertical image – lhs </a:t>
            </a:r>
            <a:endParaRPr lang="en-US" dirty="0"/>
          </a:p>
        </p:txBody>
      </p:sp>
      <p:sp>
        <p:nvSpPr>
          <p:cNvPr id="6" name="Text Placeholder 3"/>
          <p:cNvSpPr>
            <a:spLocks noGrp="1"/>
          </p:cNvSpPr>
          <p:nvPr>
            <p:ph type="body" sz="quarter" idx="11"/>
          </p:nvPr>
        </p:nvSpPr>
        <p:spPr>
          <a:xfrm>
            <a:off x="2562132" y="6764388"/>
            <a:ext cx="3399300" cy="312000"/>
          </a:xfrm>
        </p:spPr>
        <p:txBody>
          <a:bodyPr/>
          <a:lstStyle>
            <a:lvl1pPr>
              <a:defRPr sz="1187">
                <a:solidFill>
                  <a:schemeClr val="bg1"/>
                </a:solidFill>
              </a:defRPr>
            </a:lvl1pPr>
            <a:lvl2pPr>
              <a:defRPr sz="890">
                <a:solidFill>
                  <a:schemeClr val="bg1"/>
                </a:solidFill>
              </a:defRPr>
            </a:lvl2pPr>
            <a:lvl3pPr>
              <a:buClr>
                <a:schemeClr val="bg1"/>
              </a:buClr>
              <a:defRPr sz="890">
                <a:solidFill>
                  <a:schemeClr val="bg1"/>
                </a:solidFill>
              </a:defRPr>
            </a:lvl3pPr>
            <a:lvl4pPr>
              <a:buClr>
                <a:schemeClr val="bg1"/>
              </a:buClr>
              <a:defRPr sz="890">
                <a:solidFill>
                  <a:schemeClr val="bg1"/>
                </a:solidFill>
              </a:defRPr>
            </a:lvl4pPr>
            <a:lvl5pPr>
              <a:buClr>
                <a:schemeClr val="bg1"/>
              </a:buClr>
              <a:defRPr sz="890">
                <a:solidFill>
                  <a:schemeClr val="bg1"/>
                </a:solidFill>
              </a:defRPr>
            </a:lvl5pPr>
          </a:lstStyle>
          <a:p>
            <a:pPr lvl="0"/>
            <a:r>
              <a:rPr lang="en-US"/>
              <a:t>Click to edit Master text styles</a:t>
            </a:r>
          </a:p>
        </p:txBody>
      </p:sp>
      <p:sp>
        <p:nvSpPr>
          <p:cNvPr id="7" name="Freeform 19"/>
          <p:cNvSpPr>
            <a:spLocks noEditPoints="1"/>
          </p:cNvSpPr>
          <p:nvPr userDrawn="1"/>
        </p:nvSpPr>
        <p:spPr bwMode="auto">
          <a:xfrm>
            <a:off x="2562131" y="686400"/>
            <a:ext cx="777600" cy="3432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8664" tIns="49332" rIns="98664" bIns="49332" numCol="1" anchor="t" anchorCtr="0" compatLnSpc="1">
            <a:prstTxWarp prst="textNoShape">
              <a:avLst/>
            </a:prstTxWarp>
          </a:bodyPr>
          <a:lstStyle/>
          <a:p>
            <a:endParaRPr lang="en-GB" sz="1942" dirty="0"/>
          </a:p>
        </p:txBody>
      </p:sp>
    </p:spTree>
    <p:extLst>
      <p:ext uri="{BB962C8B-B14F-4D97-AF65-F5344CB8AC3E}">
        <p14:creationId xmlns:p14="http://schemas.microsoft.com/office/powerpoint/2010/main" val="36379914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Right vertical light image">
    <p:bg>
      <p:bgPr>
        <a:solidFill>
          <a:srgbClr val="0091DA"/>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45400" y="1423988"/>
            <a:ext cx="4644000" cy="5070000"/>
          </a:xfrm>
        </p:spPr>
        <p:txBody>
          <a:bodyPr anchor="t" anchorCtr="0"/>
          <a:lstStyle>
            <a:lvl1pPr algn="l">
              <a:defRPr sz="8632" baseline="0">
                <a:solidFill>
                  <a:srgbClr val="00338D"/>
                </a:solidFill>
              </a:defRPr>
            </a:lvl1pPr>
          </a:lstStyle>
          <a:p>
            <a:r>
              <a:rPr lang="en-GB" dirty="0"/>
              <a:t>Title slide – </a:t>
            </a:r>
            <a:br>
              <a:rPr lang="en-GB" dirty="0"/>
            </a:br>
            <a:r>
              <a:rPr lang="en-GB" dirty="0"/>
              <a:t>light vertical image – </a:t>
            </a:r>
            <a:r>
              <a:rPr lang="en-GB" dirty="0" err="1"/>
              <a:t>rhs</a:t>
            </a:r>
            <a:r>
              <a:rPr lang="en-GB" dirty="0"/>
              <a:t> </a:t>
            </a:r>
            <a:endParaRPr lang="en-US" dirty="0"/>
          </a:p>
        </p:txBody>
      </p:sp>
      <p:sp>
        <p:nvSpPr>
          <p:cNvPr id="6" name="Text Placeholder 3"/>
          <p:cNvSpPr>
            <a:spLocks noGrp="1"/>
          </p:cNvSpPr>
          <p:nvPr>
            <p:ph type="body" sz="quarter" idx="11"/>
          </p:nvPr>
        </p:nvSpPr>
        <p:spPr>
          <a:xfrm>
            <a:off x="545400" y="6764388"/>
            <a:ext cx="4622400" cy="312000"/>
          </a:xfrm>
        </p:spPr>
        <p:txBody>
          <a:bodyPr/>
          <a:lstStyle>
            <a:lvl1pPr>
              <a:defRPr sz="1187">
                <a:solidFill>
                  <a:srgbClr val="00338D"/>
                </a:solidFill>
              </a:defRPr>
            </a:lvl1pPr>
            <a:lvl2pPr>
              <a:defRPr sz="890">
                <a:solidFill>
                  <a:schemeClr val="bg1"/>
                </a:solidFill>
              </a:defRPr>
            </a:lvl2pPr>
            <a:lvl3pPr>
              <a:buClr>
                <a:schemeClr val="bg1"/>
              </a:buClr>
              <a:defRPr sz="890">
                <a:solidFill>
                  <a:schemeClr val="bg1"/>
                </a:solidFill>
              </a:defRPr>
            </a:lvl3pPr>
            <a:lvl4pPr>
              <a:buClr>
                <a:schemeClr val="bg1"/>
              </a:buClr>
              <a:defRPr sz="890">
                <a:solidFill>
                  <a:schemeClr val="bg1"/>
                </a:solidFill>
              </a:defRPr>
            </a:lvl4pPr>
            <a:lvl5pPr>
              <a:buClr>
                <a:schemeClr val="bg1"/>
              </a:buClr>
              <a:defRPr sz="890">
                <a:solidFill>
                  <a:schemeClr val="bg1"/>
                </a:solidFill>
              </a:defRPr>
            </a:lvl5pPr>
          </a:lstStyle>
          <a:p>
            <a:pPr lvl="0"/>
            <a:r>
              <a:rPr lang="en-US"/>
              <a:t>Click to edit Master text styles</a:t>
            </a:r>
          </a:p>
        </p:txBody>
      </p:sp>
      <p:sp>
        <p:nvSpPr>
          <p:cNvPr id="5" name="Freeform 19"/>
          <p:cNvSpPr>
            <a:spLocks noEditPoints="1"/>
          </p:cNvSpPr>
          <p:nvPr userDrawn="1"/>
        </p:nvSpPr>
        <p:spPr bwMode="auto">
          <a:xfrm>
            <a:off x="545400" y="687782"/>
            <a:ext cx="777600" cy="3432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8664" tIns="49332" rIns="98664" bIns="49332" numCol="1" anchor="t" anchorCtr="0" compatLnSpc="1">
            <a:prstTxWarp prst="textNoShape">
              <a:avLst/>
            </a:prstTxWarp>
          </a:bodyPr>
          <a:lstStyle/>
          <a:p>
            <a:endParaRPr lang="en-GB" sz="1942" dirty="0"/>
          </a:p>
        </p:txBody>
      </p:sp>
    </p:spTree>
    <p:extLst>
      <p:ext uri="{BB962C8B-B14F-4D97-AF65-F5344CB8AC3E}">
        <p14:creationId xmlns:p14="http://schemas.microsoft.com/office/powerpoint/2010/main" val="1443982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 Left vertical light image">
    <p:bg>
      <p:bgPr>
        <a:solidFill>
          <a:srgbClr val="0091DA"/>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562131" y="1423988"/>
            <a:ext cx="3737466" cy="5070000"/>
          </a:xfrm>
        </p:spPr>
        <p:txBody>
          <a:bodyPr anchor="t" anchorCtr="0"/>
          <a:lstStyle>
            <a:lvl1pPr algn="l">
              <a:defRPr sz="8632">
                <a:solidFill>
                  <a:srgbClr val="00338D"/>
                </a:solidFill>
              </a:defRPr>
            </a:lvl1pPr>
          </a:lstStyle>
          <a:p>
            <a:r>
              <a:rPr lang="en-GB" dirty="0"/>
              <a:t>Title slide – light vertical image – lhs </a:t>
            </a:r>
            <a:endParaRPr lang="en-US" dirty="0"/>
          </a:p>
        </p:txBody>
      </p:sp>
      <p:sp>
        <p:nvSpPr>
          <p:cNvPr id="6" name="Text Placeholder 3"/>
          <p:cNvSpPr>
            <a:spLocks noGrp="1"/>
          </p:cNvSpPr>
          <p:nvPr>
            <p:ph type="body" sz="quarter" idx="11"/>
          </p:nvPr>
        </p:nvSpPr>
        <p:spPr>
          <a:xfrm>
            <a:off x="2562132" y="6764388"/>
            <a:ext cx="3399300" cy="312000"/>
          </a:xfrm>
        </p:spPr>
        <p:txBody>
          <a:bodyPr/>
          <a:lstStyle>
            <a:lvl1pPr>
              <a:defRPr sz="1187">
                <a:solidFill>
                  <a:srgbClr val="00338D"/>
                </a:solidFill>
              </a:defRPr>
            </a:lvl1pPr>
            <a:lvl2pPr>
              <a:defRPr sz="890">
                <a:solidFill>
                  <a:schemeClr val="bg1"/>
                </a:solidFill>
              </a:defRPr>
            </a:lvl2pPr>
            <a:lvl3pPr>
              <a:buClr>
                <a:schemeClr val="bg1"/>
              </a:buClr>
              <a:defRPr sz="890">
                <a:solidFill>
                  <a:schemeClr val="bg1"/>
                </a:solidFill>
              </a:defRPr>
            </a:lvl3pPr>
            <a:lvl4pPr>
              <a:buClr>
                <a:schemeClr val="bg1"/>
              </a:buClr>
              <a:defRPr sz="890">
                <a:solidFill>
                  <a:schemeClr val="bg1"/>
                </a:solidFill>
              </a:defRPr>
            </a:lvl4pPr>
            <a:lvl5pPr>
              <a:buClr>
                <a:schemeClr val="bg1"/>
              </a:buClr>
              <a:defRPr sz="890">
                <a:solidFill>
                  <a:schemeClr val="bg1"/>
                </a:solidFill>
              </a:defRPr>
            </a:lvl5pPr>
          </a:lstStyle>
          <a:p>
            <a:pPr lvl="0"/>
            <a:r>
              <a:rPr lang="en-US"/>
              <a:t>Click to edit Master text styles</a:t>
            </a:r>
          </a:p>
        </p:txBody>
      </p:sp>
      <p:sp>
        <p:nvSpPr>
          <p:cNvPr id="7" name="Freeform 19"/>
          <p:cNvSpPr>
            <a:spLocks noEditPoints="1"/>
          </p:cNvSpPr>
          <p:nvPr userDrawn="1"/>
        </p:nvSpPr>
        <p:spPr bwMode="auto">
          <a:xfrm>
            <a:off x="2562131" y="686400"/>
            <a:ext cx="777600" cy="3432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8664" tIns="49332" rIns="98664" bIns="49332" numCol="1" anchor="t" anchorCtr="0" compatLnSpc="1">
            <a:prstTxWarp prst="textNoShape">
              <a:avLst/>
            </a:prstTxWarp>
          </a:bodyPr>
          <a:lstStyle/>
          <a:p>
            <a:endParaRPr lang="en-GB" sz="1942" dirty="0"/>
          </a:p>
        </p:txBody>
      </p:sp>
    </p:spTree>
    <p:extLst>
      <p:ext uri="{BB962C8B-B14F-4D97-AF65-F5344CB8AC3E}">
        <p14:creationId xmlns:p14="http://schemas.microsoft.com/office/powerpoint/2010/main" val="17273548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 Singular light image">
    <p:bg>
      <p:bgPr>
        <a:solidFill>
          <a:srgbClr val="0091DA"/>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373593" y="1450800"/>
            <a:ext cx="4644000" cy="5070000"/>
          </a:xfrm>
        </p:spPr>
        <p:txBody>
          <a:bodyPr anchor="t" anchorCtr="0"/>
          <a:lstStyle>
            <a:lvl1pPr algn="l">
              <a:defRPr sz="8632">
                <a:solidFill>
                  <a:srgbClr val="00338D"/>
                </a:solidFill>
              </a:defRPr>
            </a:lvl1pPr>
          </a:lstStyle>
          <a:p>
            <a:r>
              <a:rPr lang="en-US" dirty="0"/>
              <a:t>Title slide – singular light </a:t>
            </a:r>
            <a:br>
              <a:rPr lang="en-US" dirty="0"/>
            </a:br>
            <a:r>
              <a:rPr lang="en-US" dirty="0"/>
              <a:t>image</a:t>
            </a:r>
          </a:p>
        </p:txBody>
      </p:sp>
      <p:sp>
        <p:nvSpPr>
          <p:cNvPr id="4" name="object 3"/>
          <p:cNvSpPr/>
          <p:nvPr userDrawn="1"/>
        </p:nvSpPr>
        <p:spPr>
          <a:xfrm>
            <a:off x="1" y="0"/>
            <a:ext cx="907200" cy="9906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457" dirty="0">
              <a:latin typeface="Arial" panose="020B0604020202020204" pitchFamily="34" charset="0"/>
            </a:endParaRPr>
          </a:p>
        </p:txBody>
      </p:sp>
      <p:sp>
        <p:nvSpPr>
          <p:cNvPr id="8" name="Text Placeholder 3"/>
          <p:cNvSpPr>
            <a:spLocks noGrp="1"/>
          </p:cNvSpPr>
          <p:nvPr>
            <p:ph type="body" sz="quarter" idx="11"/>
          </p:nvPr>
        </p:nvSpPr>
        <p:spPr>
          <a:xfrm>
            <a:off x="1373595" y="7274800"/>
            <a:ext cx="4629525" cy="312000"/>
          </a:xfrm>
        </p:spPr>
        <p:txBody>
          <a:bodyPr/>
          <a:lstStyle>
            <a:lvl1pPr>
              <a:defRPr sz="1187">
                <a:solidFill>
                  <a:srgbClr val="00338D"/>
                </a:solidFill>
              </a:defRPr>
            </a:lvl1pPr>
            <a:lvl2pPr>
              <a:defRPr sz="890">
                <a:solidFill>
                  <a:schemeClr val="bg1"/>
                </a:solidFill>
              </a:defRPr>
            </a:lvl2pPr>
            <a:lvl3pPr>
              <a:buClr>
                <a:schemeClr val="bg1"/>
              </a:buClr>
              <a:defRPr sz="890">
                <a:solidFill>
                  <a:schemeClr val="bg1"/>
                </a:solidFill>
              </a:defRPr>
            </a:lvl3pPr>
            <a:lvl4pPr>
              <a:buClr>
                <a:schemeClr val="bg1"/>
              </a:buClr>
              <a:defRPr sz="890">
                <a:solidFill>
                  <a:schemeClr val="bg1"/>
                </a:solidFill>
              </a:defRPr>
            </a:lvl4pPr>
            <a:lvl5pPr>
              <a:buClr>
                <a:schemeClr val="bg1"/>
              </a:buClr>
              <a:defRPr sz="890">
                <a:solidFill>
                  <a:schemeClr val="bg1"/>
                </a:solidFill>
              </a:defRPr>
            </a:lvl5pPr>
          </a:lstStyle>
          <a:p>
            <a:pPr lvl="0"/>
            <a:r>
              <a:rPr lang="en-US"/>
              <a:t>Click to edit Master text styles</a:t>
            </a:r>
          </a:p>
        </p:txBody>
      </p:sp>
      <p:sp>
        <p:nvSpPr>
          <p:cNvPr id="7" name="Freeform 19"/>
          <p:cNvSpPr>
            <a:spLocks noEditPoints="1"/>
          </p:cNvSpPr>
          <p:nvPr userDrawn="1"/>
        </p:nvSpPr>
        <p:spPr bwMode="auto">
          <a:xfrm>
            <a:off x="1402393" y="686400"/>
            <a:ext cx="777600" cy="3432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8664" tIns="49332" rIns="98664" bIns="49332" numCol="1" anchor="t" anchorCtr="0" compatLnSpc="1">
            <a:prstTxWarp prst="textNoShape">
              <a:avLst/>
            </a:prstTxWarp>
          </a:bodyPr>
          <a:lstStyle/>
          <a:p>
            <a:endParaRPr lang="en-GB" sz="1942" dirty="0"/>
          </a:p>
        </p:txBody>
      </p:sp>
    </p:spTree>
    <p:extLst>
      <p:ext uri="{BB962C8B-B14F-4D97-AF65-F5344CB8AC3E}">
        <p14:creationId xmlns:p14="http://schemas.microsoft.com/office/powerpoint/2010/main" val="2600602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 Singular dark image">
    <p:bg>
      <p:bgPr>
        <a:solidFill>
          <a:srgbClr val="0091DA"/>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373593" y="1450800"/>
            <a:ext cx="4644000" cy="5070000"/>
          </a:xfrm>
        </p:spPr>
        <p:txBody>
          <a:bodyPr anchor="t" anchorCtr="0"/>
          <a:lstStyle>
            <a:lvl1pPr algn="l">
              <a:defRPr sz="8632">
                <a:solidFill>
                  <a:schemeClr val="bg1"/>
                </a:solidFill>
              </a:defRPr>
            </a:lvl1pPr>
          </a:lstStyle>
          <a:p>
            <a:r>
              <a:rPr lang="en-US" dirty="0"/>
              <a:t>Title slide – singular dark </a:t>
            </a:r>
            <a:br>
              <a:rPr lang="en-US" dirty="0"/>
            </a:br>
            <a:r>
              <a:rPr lang="en-US" dirty="0"/>
              <a:t>image</a:t>
            </a:r>
          </a:p>
        </p:txBody>
      </p:sp>
      <p:sp>
        <p:nvSpPr>
          <p:cNvPr id="4" name="object 3"/>
          <p:cNvSpPr/>
          <p:nvPr userDrawn="1"/>
        </p:nvSpPr>
        <p:spPr>
          <a:xfrm>
            <a:off x="1" y="0"/>
            <a:ext cx="907200" cy="9906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6D2077"/>
          </a:solidFill>
        </p:spPr>
        <p:txBody>
          <a:bodyPr wrap="square" lIns="0" tIns="0" rIns="0" bIns="0" rtlCol="0">
            <a:noAutofit/>
          </a:bodyPr>
          <a:lstStyle/>
          <a:p>
            <a:endParaRPr sz="1457" dirty="0">
              <a:latin typeface="Arial" panose="020B0604020202020204" pitchFamily="34" charset="0"/>
            </a:endParaRPr>
          </a:p>
        </p:txBody>
      </p:sp>
      <p:sp>
        <p:nvSpPr>
          <p:cNvPr id="8" name="Text Placeholder 3"/>
          <p:cNvSpPr>
            <a:spLocks noGrp="1"/>
          </p:cNvSpPr>
          <p:nvPr>
            <p:ph type="body" sz="quarter" idx="11"/>
          </p:nvPr>
        </p:nvSpPr>
        <p:spPr>
          <a:xfrm>
            <a:off x="1373595" y="7274800"/>
            <a:ext cx="4629525" cy="312000"/>
          </a:xfrm>
        </p:spPr>
        <p:txBody>
          <a:bodyPr/>
          <a:lstStyle>
            <a:lvl1pPr>
              <a:defRPr sz="1187">
                <a:solidFill>
                  <a:schemeClr val="bg1"/>
                </a:solidFill>
              </a:defRPr>
            </a:lvl1pPr>
            <a:lvl2pPr>
              <a:defRPr sz="890">
                <a:solidFill>
                  <a:schemeClr val="bg1"/>
                </a:solidFill>
              </a:defRPr>
            </a:lvl2pPr>
            <a:lvl3pPr>
              <a:buClr>
                <a:schemeClr val="bg1"/>
              </a:buClr>
              <a:defRPr sz="890">
                <a:solidFill>
                  <a:schemeClr val="bg1"/>
                </a:solidFill>
              </a:defRPr>
            </a:lvl3pPr>
            <a:lvl4pPr>
              <a:buClr>
                <a:schemeClr val="bg1"/>
              </a:buClr>
              <a:defRPr sz="890">
                <a:solidFill>
                  <a:schemeClr val="bg1"/>
                </a:solidFill>
              </a:defRPr>
            </a:lvl4pPr>
            <a:lvl5pPr>
              <a:buClr>
                <a:schemeClr val="bg1"/>
              </a:buClr>
              <a:defRPr sz="890">
                <a:solidFill>
                  <a:schemeClr val="bg1"/>
                </a:solidFill>
              </a:defRPr>
            </a:lvl5pPr>
          </a:lstStyle>
          <a:p>
            <a:pPr lvl="0"/>
            <a:r>
              <a:rPr lang="en-US"/>
              <a:t>Click to edit Master text styles</a:t>
            </a:r>
          </a:p>
        </p:txBody>
      </p:sp>
      <p:sp>
        <p:nvSpPr>
          <p:cNvPr id="7" name="Freeform 19"/>
          <p:cNvSpPr>
            <a:spLocks noEditPoints="1"/>
          </p:cNvSpPr>
          <p:nvPr userDrawn="1"/>
        </p:nvSpPr>
        <p:spPr bwMode="auto">
          <a:xfrm>
            <a:off x="1402393" y="686400"/>
            <a:ext cx="777600" cy="3432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8664" tIns="49332" rIns="98664" bIns="49332" numCol="1" anchor="t" anchorCtr="0" compatLnSpc="1">
            <a:prstTxWarp prst="textNoShape">
              <a:avLst/>
            </a:prstTxWarp>
          </a:bodyPr>
          <a:lstStyle/>
          <a:p>
            <a:endParaRPr lang="en-GB" sz="1942" dirty="0"/>
          </a:p>
        </p:txBody>
      </p:sp>
    </p:spTree>
    <p:extLst>
      <p:ext uri="{BB962C8B-B14F-4D97-AF65-F5344CB8AC3E}">
        <p14:creationId xmlns:p14="http://schemas.microsoft.com/office/powerpoint/2010/main" val="33519451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 Singular image title bar">
    <p:bg>
      <p:bgPr>
        <a:solidFill>
          <a:schemeClr val="accent1"/>
        </a:solidFill>
        <a:effectLst/>
      </p:bgPr>
    </p:bg>
    <p:spTree>
      <p:nvGrpSpPr>
        <p:cNvPr id="1" name=""/>
        <p:cNvGrpSpPr/>
        <p:nvPr/>
      </p:nvGrpSpPr>
      <p:grpSpPr>
        <a:xfrm>
          <a:off x="0" y="0"/>
          <a:ext cx="0" cy="0"/>
          <a:chOff x="0" y="0"/>
          <a:chExt cx="0" cy="0"/>
        </a:xfrm>
      </p:grpSpPr>
      <p:sp>
        <p:nvSpPr>
          <p:cNvPr id="4" name="object 3"/>
          <p:cNvSpPr/>
          <p:nvPr userDrawn="1"/>
        </p:nvSpPr>
        <p:spPr>
          <a:xfrm>
            <a:off x="-1" y="0"/>
            <a:ext cx="2743200" cy="9906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483698"/>
          </a:solidFill>
        </p:spPr>
        <p:txBody>
          <a:bodyPr wrap="square" lIns="0" tIns="0" rIns="0" bIns="0" rtlCol="0">
            <a:noAutofit/>
          </a:bodyPr>
          <a:lstStyle/>
          <a:p>
            <a:endParaRPr sz="1457" dirty="0">
              <a:latin typeface="Arial" panose="020B0604020202020204" pitchFamily="34" charset="0"/>
            </a:endParaRPr>
          </a:p>
        </p:txBody>
      </p:sp>
      <p:sp>
        <p:nvSpPr>
          <p:cNvPr id="8" name="Title 1"/>
          <p:cNvSpPr>
            <a:spLocks noGrp="1"/>
          </p:cNvSpPr>
          <p:nvPr>
            <p:ph type="ctrTitle" hasCustomPrompt="1"/>
          </p:nvPr>
        </p:nvSpPr>
        <p:spPr>
          <a:xfrm>
            <a:off x="360365" y="1423988"/>
            <a:ext cx="2140791" cy="5070000"/>
          </a:xfrm>
        </p:spPr>
        <p:txBody>
          <a:bodyPr anchor="t" anchorCtr="0"/>
          <a:lstStyle>
            <a:lvl1pPr algn="l">
              <a:defRPr sz="5827">
                <a:solidFill>
                  <a:schemeClr val="bg1"/>
                </a:solidFill>
              </a:defRPr>
            </a:lvl1pPr>
          </a:lstStyle>
          <a:p>
            <a:r>
              <a:rPr lang="en-GB" dirty="0"/>
              <a:t>Title slide – singular image title bar</a:t>
            </a:r>
            <a:endParaRPr lang="en-US" dirty="0"/>
          </a:p>
        </p:txBody>
      </p:sp>
      <p:sp>
        <p:nvSpPr>
          <p:cNvPr id="10" name="Text Placeholder 3"/>
          <p:cNvSpPr>
            <a:spLocks noGrp="1"/>
          </p:cNvSpPr>
          <p:nvPr>
            <p:ph type="body" sz="quarter" idx="11"/>
          </p:nvPr>
        </p:nvSpPr>
        <p:spPr>
          <a:xfrm>
            <a:off x="360365" y="6764388"/>
            <a:ext cx="2140791" cy="312000"/>
          </a:xfrm>
        </p:spPr>
        <p:txBody>
          <a:bodyPr/>
          <a:lstStyle>
            <a:lvl1pPr>
              <a:defRPr sz="863">
                <a:solidFill>
                  <a:schemeClr val="bg1"/>
                </a:solidFill>
              </a:defRPr>
            </a:lvl1pPr>
            <a:lvl2pPr>
              <a:defRPr sz="890">
                <a:solidFill>
                  <a:schemeClr val="bg1"/>
                </a:solidFill>
              </a:defRPr>
            </a:lvl2pPr>
            <a:lvl3pPr>
              <a:buClr>
                <a:schemeClr val="bg1"/>
              </a:buClr>
              <a:defRPr sz="890">
                <a:solidFill>
                  <a:schemeClr val="bg1"/>
                </a:solidFill>
              </a:defRPr>
            </a:lvl3pPr>
            <a:lvl4pPr>
              <a:buClr>
                <a:schemeClr val="bg1"/>
              </a:buClr>
              <a:defRPr sz="890">
                <a:solidFill>
                  <a:schemeClr val="bg1"/>
                </a:solidFill>
              </a:defRPr>
            </a:lvl4pPr>
            <a:lvl5pPr>
              <a:buClr>
                <a:schemeClr val="bg1"/>
              </a:buClr>
              <a:defRPr sz="890">
                <a:solidFill>
                  <a:schemeClr val="bg1"/>
                </a:solidFill>
              </a:defRPr>
            </a:lvl5pPr>
          </a:lstStyle>
          <a:p>
            <a:pPr lvl="0"/>
            <a:r>
              <a:rPr lang="en-US"/>
              <a:t>Click to edit Master text styles</a:t>
            </a:r>
          </a:p>
        </p:txBody>
      </p:sp>
      <p:sp>
        <p:nvSpPr>
          <p:cNvPr id="6" name="Freeform 19"/>
          <p:cNvSpPr>
            <a:spLocks noEditPoints="1"/>
          </p:cNvSpPr>
          <p:nvPr userDrawn="1"/>
        </p:nvSpPr>
        <p:spPr bwMode="auto">
          <a:xfrm>
            <a:off x="360363" y="686400"/>
            <a:ext cx="777600" cy="3432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8664" tIns="49332" rIns="98664" bIns="49332" numCol="1" anchor="t" anchorCtr="0" compatLnSpc="1">
            <a:prstTxWarp prst="textNoShape">
              <a:avLst/>
            </a:prstTxWarp>
          </a:bodyPr>
          <a:lstStyle/>
          <a:p>
            <a:endParaRPr lang="en-GB" sz="1942" dirty="0"/>
          </a:p>
        </p:txBody>
      </p:sp>
    </p:spTree>
    <p:extLst>
      <p:ext uri="{BB962C8B-B14F-4D97-AF65-F5344CB8AC3E}">
        <p14:creationId xmlns:p14="http://schemas.microsoft.com/office/powerpoint/2010/main" val="3842335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Slide - No image">
    <p:bg>
      <p:bgPr>
        <a:solidFill>
          <a:schemeClr val="accent1"/>
        </a:solidFill>
        <a:effectLst/>
      </p:bgPr>
    </p:bg>
    <p:spTree>
      <p:nvGrpSpPr>
        <p:cNvPr id="1" name=""/>
        <p:cNvGrpSpPr/>
        <p:nvPr/>
      </p:nvGrpSpPr>
      <p:grpSpPr>
        <a:xfrm>
          <a:off x="0" y="0"/>
          <a:ext cx="0" cy="0"/>
          <a:chOff x="0" y="0"/>
          <a:chExt cx="0" cy="0"/>
        </a:xfrm>
      </p:grpSpPr>
      <p:sp>
        <p:nvSpPr>
          <p:cNvPr id="4" name="object 3"/>
          <p:cNvSpPr/>
          <p:nvPr userDrawn="1"/>
        </p:nvSpPr>
        <p:spPr>
          <a:xfrm>
            <a:off x="1" y="0"/>
            <a:ext cx="907200" cy="9906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457" dirty="0">
              <a:latin typeface="Arial" panose="020B0604020202020204" pitchFamily="34" charset="0"/>
            </a:endParaRPr>
          </a:p>
        </p:txBody>
      </p:sp>
      <p:sp>
        <p:nvSpPr>
          <p:cNvPr id="8" name="Title 1"/>
          <p:cNvSpPr>
            <a:spLocks noGrp="1"/>
          </p:cNvSpPr>
          <p:nvPr>
            <p:ph type="ctrTitle" hasCustomPrompt="1"/>
          </p:nvPr>
        </p:nvSpPr>
        <p:spPr>
          <a:xfrm>
            <a:off x="1373594" y="1450800"/>
            <a:ext cx="3913928" cy="3802500"/>
          </a:xfrm>
        </p:spPr>
        <p:txBody>
          <a:bodyPr anchor="t" anchorCtr="0"/>
          <a:lstStyle>
            <a:lvl1pPr algn="l">
              <a:defRPr sz="8632">
                <a:solidFill>
                  <a:schemeClr val="bg1"/>
                </a:solidFill>
              </a:defRPr>
            </a:lvl1pPr>
          </a:lstStyle>
          <a:p>
            <a:r>
              <a:rPr lang="en-GB" dirty="0"/>
              <a:t>Title slide </a:t>
            </a:r>
            <a:br>
              <a:rPr lang="en-GB" dirty="0"/>
            </a:br>
            <a:r>
              <a:rPr lang="en-GB" dirty="0"/>
              <a:t>no image</a:t>
            </a:r>
            <a:endParaRPr lang="en-US" dirty="0"/>
          </a:p>
        </p:txBody>
      </p:sp>
      <p:sp>
        <p:nvSpPr>
          <p:cNvPr id="9" name="Subtitle 2"/>
          <p:cNvSpPr>
            <a:spLocks noGrp="1"/>
          </p:cNvSpPr>
          <p:nvPr>
            <p:ph type="subTitle" idx="1"/>
          </p:nvPr>
        </p:nvSpPr>
        <p:spPr>
          <a:xfrm>
            <a:off x="1373594" y="8056800"/>
            <a:ext cx="3913928" cy="234000"/>
          </a:xfrm>
        </p:spPr>
        <p:txBody>
          <a:bodyPr anchor="t" anchorCtr="0"/>
          <a:lstStyle>
            <a:lvl1pPr marL="0" indent="0" algn="l">
              <a:buNone/>
              <a:defRPr sz="1187">
                <a:solidFill>
                  <a:schemeClr val="bg1"/>
                </a:solidFill>
              </a:defRPr>
            </a:lvl1pPr>
            <a:lvl2pPr marL="493319" indent="0" algn="ctr">
              <a:buNone/>
              <a:defRPr sz="2158"/>
            </a:lvl2pPr>
            <a:lvl3pPr marL="986638" indent="0" algn="ctr">
              <a:buNone/>
              <a:defRPr sz="1942"/>
            </a:lvl3pPr>
            <a:lvl4pPr marL="1479956" indent="0" algn="ctr">
              <a:buNone/>
              <a:defRPr sz="1726"/>
            </a:lvl4pPr>
            <a:lvl5pPr marL="1973275" indent="0" algn="ctr">
              <a:buNone/>
              <a:defRPr sz="1726"/>
            </a:lvl5pPr>
            <a:lvl6pPr marL="2466594" indent="0" algn="ctr">
              <a:buNone/>
              <a:defRPr sz="1726"/>
            </a:lvl6pPr>
            <a:lvl7pPr marL="2959913" indent="0" algn="ctr">
              <a:buNone/>
              <a:defRPr sz="1726"/>
            </a:lvl7pPr>
            <a:lvl8pPr marL="3453232" indent="0" algn="ctr">
              <a:buNone/>
              <a:defRPr sz="1726"/>
            </a:lvl8pPr>
            <a:lvl9pPr marL="3946550" indent="0" algn="ctr">
              <a:buNone/>
              <a:defRPr sz="1726"/>
            </a:lvl9pPr>
          </a:lstStyle>
          <a:p>
            <a:r>
              <a:rPr lang="en-US"/>
              <a:t>Click to edit Master subtitle style</a:t>
            </a:r>
            <a:endParaRPr lang="en-US" dirty="0"/>
          </a:p>
        </p:txBody>
      </p:sp>
      <p:sp>
        <p:nvSpPr>
          <p:cNvPr id="12" name="Freeform 19"/>
          <p:cNvSpPr>
            <a:spLocks noEditPoints="1"/>
          </p:cNvSpPr>
          <p:nvPr userDrawn="1"/>
        </p:nvSpPr>
        <p:spPr bwMode="auto">
          <a:xfrm>
            <a:off x="1402393" y="686400"/>
            <a:ext cx="777600" cy="3432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8664" tIns="49332" rIns="98664" bIns="49332" numCol="1" anchor="t" anchorCtr="0" compatLnSpc="1">
            <a:prstTxWarp prst="textNoShape">
              <a:avLst/>
            </a:prstTxWarp>
          </a:bodyPr>
          <a:lstStyle/>
          <a:p>
            <a:endParaRPr lang="en-GB" sz="1942" dirty="0"/>
          </a:p>
        </p:txBody>
      </p:sp>
    </p:spTree>
    <p:extLst>
      <p:ext uri="{BB962C8B-B14F-4D97-AF65-F5344CB8AC3E}">
        <p14:creationId xmlns:p14="http://schemas.microsoft.com/office/powerpoint/2010/main" val="14970933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Letter 1">
    <p:spTree>
      <p:nvGrpSpPr>
        <p:cNvPr id="1" name=""/>
        <p:cNvGrpSpPr/>
        <p:nvPr/>
      </p:nvGrpSpPr>
      <p:grpSpPr>
        <a:xfrm>
          <a:off x="0" y="0"/>
          <a:ext cx="0" cy="0"/>
          <a:chOff x="0" y="0"/>
          <a:chExt cx="0" cy="0"/>
        </a:xfrm>
      </p:grpSpPr>
      <p:sp>
        <p:nvSpPr>
          <p:cNvPr id="26" name="Text Placeholder 24"/>
          <p:cNvSpPr>
            <a:spLocks noGrp="1"/>
          </p:cNvSpPr>
          <p:nvPr>
            <p:ph type="body" sz="quarter" idx="15"/>
          </p:nvPr>
        </p:nvSpPr>
        <p:spPr>
          <a:xfrm>
            <a:off x="4725356" y="396367"/>
            <a:ext cx="1770694" cy="561559"/>
          </a:xfrm>
        </p:spPr>
        <p:txBody>
          <a:bodyPr/>
          <a:lstStyle>
            <a:lvl1pPr>
              <a:spcAft>
                <a:spcPts val="324"/>
              </a:spcAft>
              <a:tabLst>
                <a:tab pos="397396" algn="l"/>
              </a:tabLst>
              <a:defRPr sz="755" b="0">
                <a:solidFill>
                  <a:schemeClr val="tx2"/>
                </a:solidFill>
              </a:defRPr>
            </a:lvl1pPr>
            <a:lvl2pPr>
              <a:spcAft>
                <a:spcPts val="324"/>
              </a:spcAft>
              <a:tabLst>
                <a:tab pos="397396" algn="l"/>
              </a:tabLst>
              <a:defRPr sz="755">
                <a:solidFill>
                  <a:schemeClr val="tx2"/>
                </a:solidFill>
              </a:defRPr>
            </a:lvl2pPr>
            <a:lvl3pPr>
              <a:spcAft>
                <a:spcPts val="243"/>
              </a:spcAft>
              <a:defRPr sz="755"/>
            </a:lvl3pPr>
            <a:lvl4pPr>
              <a:spcAft>
                <a:spcPts val="243"/>
              </a:spcAft>
              <a:defRPr sz="755"/>
            </a:lvl4pPr>
            <a:lvl5pPr>
              <a:spcAft>
                <a:spcPts val="243"/>
              </a:spcAft>
              <a:defRPr sz="755"/>
            </a:lvl5pPr>
          </a:lstStyle>
          <a:p>
            <a:pPr lvl="0"/>
            <a:r>
              <a:rPr lang="en-US"/>
              <a:t>Click to edit Master text styles</a:t>
            </a:r>
          </a:p>
          <a:p>
            <a:pPr lvl="1"/>
            <a:r>
              <a:rPr lang="en-US"/>
              <a:t>Second level</a:t>
            </a:r>
          </a:p>
        </p:txBody>
      </p:sp>
      <p:sp>
        <p:nvSpPr>
          <p:cNvPr id="3" name="Text Placeholder 2"/>
          <p:cNvSpPr>
            <a:spLocks noGrp="1"/>
          </p:cNvSpPr>
          <p:nvPr>
            <p:ph type="body" sz="quarter" idx="16"/>
          </p:nvPr>
        </p:nvSpPr>
        <p:spPr>
          <a:xfrm>
            <a:off x="360365" y="1433513"/>
            <a:ext cx="6135687" cy="3695476"/>
          </a:xfrm>
        </p:spPr>
        <p:txBody>
          <a:bodyPr/>
          <a:lstStyle>
            <a:lvl1pPr>
              <a:defRPr sz="971"/>
            </a:lvl1pPr>
            <a:lvl2pPr>
              <a:defRPr sz="971"/>
            </a:lvl2pPr>
            <a:lvl3pPr>
              <a:defRPr sz="971"/>
            </a:lvl3pPr>
            <a:lvl4pPr>
              <a:defRPr sz="971"/>
            </a:lvl4pPr>
            <a:lvl5pPr>
              <a:defRPr sz="97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4" name="Text Placeholder 2"/>
          <p:cNvSpPr>
            <a:spLocks noGrp="1"/>
          </p:cNvSpPr>
          <p:nvPr>
            <p:ph type="body" sz="quarter" idx="17"/>
          </p:nvPr>
        </p:nvSpPr>
        <p:spPr>
          <a:xfrm>
            <a:off x="360365" y="5361916"/>
            <a:ext cx="6135687" cy="3631272"/>
          </a:xfrm>
          <a:ln w="6350">
            <a:solidFill>
              <a:schemeClr val="tx2"/>
            </a:solidFill>
          </a:ln>
        </p:spPr>
        <p:txBody>
          <a:bodyPr lIns="54000" tIns="54000" rIns="54000" bIns="54000"/>
          <a:lstStyle>
            <a:lvl1pPr>
              <a:defRPr sz="971"/>
            </a:lvl1pPr>
            <a:lvl2pPr>
              <a:defRPr sz="971"/>
            </a:lvl2pPr>
            <a:lvl3pPr>
              <a:defRPr sz="971"/>
            </a:lvl3pPr>
            <a:lvl4pPr>
              <a:defRPr sz="971"/>
            </a:lvl4pPr>
            <a:lvl5pPr>
              <a:defRPr sz="97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2" name="Text Placeholder 24"/>
          <p:cNvSpPr>
            <a:spLocks noGrp="1"/>
          </p:cNvSpPr>
          <p:nvPr>
            <p:ph type="body" sz="quarter" idx="19"/>
          </p:nvPr>
        </p:nvSpPr>
        <p:spPr>
          <a:xfrm>
            <a:off x="2709069" y="9328707"/>
            <a:ext cx="1582738" cy="271727"/>
          </a:xfrm>
        </p:spPr>
        <p:txBody>
          <a:bodyPr/>
          <a:lstStyle>
            <a:lvl1pPr>
              <a:spcAft>
                <a:spcPts val="243"/>
              </a:spcAft>
              <a:defRPr sz="540" b="0">
                <a:solidFill>
                  <a:schemeClr val="tx2"/>
                </a:solidFill>
              </a:defRPr>
            </a:lvl1pPr>
            <a:lvl2pPr>
              <a:spcAft>
                <a:spcPts val="243"/>
              </a:spcAft>
              <a:defRPr sz="540">
                <a:solidFill>
                  <a:schemeClr val="tx1"/>
                </a:solidFill>
              </a:defRPr>
            </a:lvl2pPr>
            <a:lvl3pPr>
              <a:spcAft>
                <a:spcPts val="243"/>
              </a:spcAft>
              <a:defRPr sz="432"/>
            </a:lvl3pPr>
            <a:lvl4pPr>
              <a:spcAft>
                <a:spcPts val="243"/>
              </a:spcAft>
              <a:defRPr sz="432"/>
            </a:lvl4pPr>
            <a:lvl5pPr>
              <a:spcAft>
                <a:spcPts val="243"/>
              </a:spcAft>
              <a:defRPr sz="432"/>
            </a:lvl5pPr>
          </a:lstStyle>
          <a:p>
            <a:pPr lvl="0"/>
            <a:r>
              <a:rPr lang="en-US"/>
              <a:t>Click to edit Master text styles</a:t>
            </a:r>
          </a:p>
        </p:txBody>
      </p:sp>
      <p:sp>
        <p:nvSpPr>
          <p:cNvPr id="34" name="Text Placeholder 24"/>
          <p:cNvSpPr>
            <a:spLocks noGrp="1"/>
          </p:cNvSpPr>
          <p:nvPr>
            <p:ph type="body" sz="quarter" idx="20"/>
          </p:nvPr>
        </p:nvSpPr>
        <p:spPr>
          <a:xfrm>
            <a:off x="4567400" y="9328707"/>
            <a:ext cx="1582738" cy="271727"/>
          </a:xfrm>
        </p:spPr>
        <p:txBody>
          <a:bodyPr/>
          <a:lstStyle>
            <a:lvl1pPr>
              <a:spcAft>
                <a:spcPts val="243"/>
              </a:spcAft>
              <a:defRPr sz="540" b="0">
                <a:solidFill>
                  <a:schemeClr val="tx2"/>
                </a:solidFill>
              </a:defRPr>
            </a:lvl1pPr>
            <a:lvl2pPr>
              <a:spcAft>
                <a:spcPts val="243"/>
              </a:spcAft>
              <a:defRPr sz="540">
                <a:solidFill>
                  <a:schemeClr val="tx1"/>
                </a:solidFill>
              </a:defRPr>
            </a:lvl2pPr>
            <a:lvl3pPr>
              <a:spcAft>
                <a:spcPts val="243"/>
              </a:spcAft>
              <a:defRPr sz="432"/>
            </a:lvl3pPr>
            <a:lvl4pPr>
              <a:spcAft>
                <a:spcPts val="243"/>
              </a:spcAft>
              <a:defRPr sz="432"/>
            </a:lvl4pPr>
            <a:lvl5pPr>
              <a:spcAft>
                <a:spcPts val="243"/>
              </a:spcAft>
              <a:defRPr sz="432"/>
            </a:lvl5pPr>
          </a:lstStyle>
          <a:p>
            <a:pPr lvl="0"/>
            <a:r>
              <a:rPr lang="en-US"/>
              <a:t>Click to edit Master text styles</a:t>
            </a:r>
          </a:p>
        </p:txBody>
      </p:sp>
      <p:sp>
        <p:nvSpPr>
          <p:cNvPr id="35" name="Text Placeholder 24"/>
          <p:cNvSpPr>
            <a:spLocks noGrp="1"/>
          </p:cNvSpPr>
          <p:nvPr>
            <p:ph type="body" sz="quarter" idx="21"/>
          </p:nvPr>
        </p:nvSpPr>
        <p:spPr>
          <a:xfrm>
            <a:off x="2713038" y="396367"/>
            <a:ext cx="1770694" cy="561559"/>
          </a:xfrm>
        </p:spPr>
        <p:txBody>
          <a:bodyPr/>
          <a:lstStyle>
            <a:lvl1pPr>
              <a:spcAft>
                <a:spcPts val="324"/>
              </a:spcAft>
              <a:defRPr sz="755"/>
            </a:lvl1pPr>
            <a:lvl2pPr>
              <a:spcAft>
                <a:spcPts val="324"/>
              </a:spcAft>
              <a:defRPr sz="755"/>
            </a:lvl2pPr>
            <a:lvl3pPr marL="0" indent="0">
              <a:spcAft>
                <a:spcPts val="324"/>
              </a:spcAft>
              <a:buFontTx/>
              <a:buNone/>
              <a:defRPr sz="755">
                <a:solidFill>
                  <a:schemeClr val="tx1"/>
                </a:solidFill>
              </a:defRPr>
            </a:lvl3pPr>
            <a:lvl4pPr>
              <a:spcAft>
                <a:spcPts val="243"/>
              </a:spcAft>
              <a:defRPr sz="755"/>
            </a:lvl4pPr>
            <a:lvl5pPr>
              <a:spcAft>
                <a:spcPts val="243"/>
              </a:spcAft>
              <a:defRPr sz="755"/>
            </a:lvl5pPr>
          </a:lstStyle>
          <a:p>
            <a:pPr lvl="0"/>
            <a:r>
              <a:rPr lang="en-US"/>
              <a:t>Click to edit Master text styles</a:t>
            </a:r>
          </a:p>
          <a:p>
            <a:pPr lvl="1"/>
            <a:r>
              <a:rPr lang="en-US"/>
              <a:t>Second level</a:t>
            </a:r>
          </a:p>
          <a:p>
            <a:pPr lvl="2"/>
            <a:r>
              <a:rPr lang="en-US"/>
              <a:t>Third level</a:t>
            </a:r>
          </a:p>
        </p:txBody>
      </p:sp>
      <p:sp>
        <p:nvSpPr>
          <p:cNvPr id="4" name="Text Placeholder 3"/>
          <p:cNvSpPr>
            <a:spLocks noGrp="1"/>
          </p:cNvSpPr>
          <p:nvPr>
            <p:ph type="body" sz="quarter" idx="22" hasCustomPrompt="1"/>
          </p:nvPr>
        </p:nvSpPr>
        <p:spPr>
          <a:xfrm>
            <a:off x="4716465" y="1650757"/>
            <a:ext cx="1779587" cy="801423"/>
          </a:xfrm>
        </p:spPr>
        <p:txBody>
          <a:bodyPr/>
          <a:lstStyle>
            <a:lvl1pPr>
              <a:defRPr sz="863"/>
            </a:lvl1pPr>
            <a:lvl2pPr>
              <a:defRPr sz="863"/>
            </a:lvl2pPr>
            <a:lvl3pPr>
              <a:defRPr sz="863"/>
            </a:lvl3pPr>
            <a:lvl4pPr>
              <a:defRPr sz="863"/>
            </a:lvl4pPr>
            <a:lvl5pPr>
              <a:defRPr sz="863"/>
            </a:lvl5pPr>
          </a:lstStyle>
          <a:p>
            <a:pPr lvl="1"/>
            <a:r>
              <a:rPr lang="en-US" dirty="0"/>
              <a:t>Second level</a:t>
            </a:r>
          </a:p>
        </p:txBody>
      </p:sp>
      <p:sp>
        <p:nvSpPr>
          <p:cNvPr id="12" name="TextBox 11"/>
          <p:cNvSpPr txBox="1"/>
          <p:nvPr userDrawn="1"/>
        </p:nvSpPr>
        <p:spPr>
          <a:xfrm>
            <a:off x="1270500" y="9671540"/>
            <a:ext cx="4114800" cy="158241"/>
          </a:xfrm>
          <a:prstGeom prst="rect">
            <a:avLst/>
          </a:prstGeom>
          <a:noFill/>
        </p:spPr>
        <p:txBody>
          <a:bodyPr wrap="square" lIns="0" tIns="0" rIns="0" bIns="0" rtlCol="0">
            <a:noAutofit/>
          </a:bodyPr>
          <a:lstStyle/>
          <a:p>
            <a:pPr marL="0" marR="0" lvl="0" indent="0" algn="ctr" defTabSz="739942" rtl="0" eaLnBrk="1" fontAlgn="auto" latinLnBrk="0" hangingPunct="1">
              <a:lnSpc>
                <a:spcPct val="100000"/>
              </a:lnSpc>
              <a:spcBef>
                <a:spcPts val="0"/>
              </a:spcBef>
              <a:spcAft>
                <a:spcPts val="0"/>
              </a:spcAft>
              <a:buClrTx/>
              <a:buSzTx/>
              <a:buFontTx/>
              <a:buNone/>
              <a:tabLst/>
              <a:defRPr/>
            </a:pPr>
            <a:r>
              <a:rPr lang="en-GB" sz="486" b="1" kern="1200" noProof="0" dirty="0">
                <a:solidFill>
                  <a:schemeClr val="tx1"/>
                </a:solidFill>
                <a:latin typeface="+mn-lt"/>
                <a:ea typeface="+mn-ea"/>
                <a:cs typeface="+mn-cs"/>
              </a:rPr>
              <a:t>Document Classification: KPMG Confidential</a:t>
            </a:r>
          </a:p>
        </p:txBody>
      </p:sp>
      <p:sp>
        <p:nvSpPr>
          <p:cNvPr id="14" name="Shape 8"/>
          <p:cNvSpPr txBox="1">
            <a:spLocks/>
          </p:cNvSpPr>
          <p:nvPr userDrawn="1"/>
        </p:nvSpPr>
        <p:spPr>
          <a:xfrm>
            <a:off x="6037200" y="9365987"/>
            <a:ext cx="459944" cy="215817"/>
          </a:xfrm>
          <a:prstGeom prst="rect">
            <a:avLst/>
          </a:prstGeom>
        </p:spPr>
        <p:txBody>
          <a:bodyPr lIns="0" tIns="0" rIns="0" bIns="0" anchor="t"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z="1079" smtClean="0">
                <a:solidFill>
                  <a:schemeClr val="tx2"/>
                </a:solidFill>
                <a:latin typeface="+mn-lt"/>
                <a:ea typeface="Arial"/>
                <a:cs typeface="Arial" panose="020B0604020202020204" pitchFamily="34" charset="0"/>
              </a:rPr>
              <a:pPr algn="r"/>
              <a:t>‹#›</a:t>
            </a:fld>
            <a:endParaRPr lang="en-US" sz="1079" dirty="0">
              <a:solidFill>
                <a:schemeClr val="tx2"/>
              </a:solidFill>
              <a:latin typeface="+mn-lt"/>
              <a:ea typeface="Arial"/>
              <a:cs typeface="Arial" panose="020B0604020202020204" pitchFamily="34" charset="0"/>
            </a:endParaRPr>
          </a:p>
        </p:txBody>
      </p:sp>
    </p:spTree>
    <p:extLst>
      <p:ext uri="{BB962C8B-B14F-4D97-AF65-F5344CB8AC3E}">
        <p14:creationId xmlns:p14="http://schemas.microsoft.com/office/powerpoint/2010/main" val="635196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etter 2">
    <p:spTree>
      <p:nvGrpSpPr>
        <p:cNvPr id="1" name=""/>
        <p:cNvGrpSpPr/>
        <p:nvPr/>
      </p:nvGrpSpPr>
      <p:grpSpPr>
        <a:xfrm>
          <a:off x="0" y="0"/>
          <a:ext cx="0" cy="0"/>
          <a:chOff x="0" y="0"/>
          <a:chExt cx="0" cy="0"/>
        </a:xfrm>
      </p:grpSpPr>
      <p:sp>
        <p:nvSpPr>
          <p:cNvPr id="3" name="Text Placeholder 2"/>
          <p:cNvSpPr>
            <a:spLocks noGrp="1"/>
          </p:cNvSpPr>
          <p:nvPr>
            <p:ph type="body" sz="quarter" idx="16"/>
          </p:nvPr>
        </p:nvSpPr>
        <p:spPr>
          <a:xfrm>
            <a:off x="360365" y="1433513"/>
            <a:ext cx="6135687" cy="7559675"/>
          </a:xfrm>
        </p:spPr>
        <p:txBody>
          <a:bodyPr/>
          <a:lstStyle>
            <a:lvl1pPr>
              <a:defRPr sz="971"/>
            </a:lvl1pPr>
            <a:lvl2pPr>
              <a:defRPr sz="971"/>
            </a:lvl2pPr>
            <a:lvl3pPr>
              <a:defRPr sz="971"/>
            </a:lvl3pPr>
            <a:lvl4pPr>
              <a:defRPr sz="971"/>
            </a:lvl4pPr>
            <a:lvl5pPr>
              <a:defRPr sz="97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5" name="Text Placeholder 24"/>
          <p:cNvSpPr>
            <a:spLocks noGrp="1"/>
          </p:cNvSpPr>
          <p:nvPr>
            <p:ph type="body" sz="quarter" idx="21"/>
          </p:nvPr>
        </p:nvSpPr>
        <p:spPr>
          <a:xfrm>
            <a:off x="4051300" y="396367"/>
            <a:ext cx="2444750" cy="561559"/>
          </a:xfrm>
        </p:spPr>
        <p:txBody>
          <a:bodyPr/>
          <a:lstStyle>
            <a:lvl1pPr algn="r">
              <a:spcAft>
                <a:spcPts val="243"/>
              </a:spcAft>
              <a:defRPr sz="755"/>
            </a:lvl1pPr>
            <a:lvl2pPr algn="r">
              <a:spcAft>
                <a:spcPts val="243"/>
              </a:spcAft>
              <a:defRPr sz="755"/>
            </a:lvl2pPr>
            <a:lvl3pPr>
              <a:spcAft>
                <a:spcPts val="243"/>
              </a:spcAft>
              <a:defRPr sz="728"/>
            </a:lvl3pPr>
            <a:lvl4pPr>
              <a:spcAft>
                <a:spcPts val="243"/>
              </a:spcAft>
              <a:defRPr sz="728"/>
            </a:lvl4pPr>
            <a:lvl5pPr>
              <a:spcAft>
                <a:spcPts val="243"/>
              </a:spcAft>
              <a:defRPr sz="728"/>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859448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0403712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4" name="Text Placeholder 2"/>
          <p:cNvSpPr>
            <a:spLocks noGrp="1"/>
          </p:cNvSpPr>
          <p:nvPr>
            <p:ph type="body" sz="quarter" idx="16"/>
          </p:nvPr>
        </p:nvSpPr>
        <p:spPr>
          <a:xfrm>
            <a:off x="360363" y="1433513"/>
            <a:ext cx="6134400" cy="7559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 name="Title 2"/>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42854745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Two Text">
    <p:spTree>
      <p:nvGrpSpPr>
        <p:cNvPr id="1" name=""/>
        <p:cNvGrpSpPr/>
        <p:nvPr/>
      </p:nvGrpSpPr>
      <p:grpSpPr>
        <a:xfrm>
          <a:off x="0" y="0"/>
          <a:ext cx="0" cy="0"/>
          <a:chOff x="0" y="0"/>
          <a:chExt cx="0" cy="0"/>
        </a:xfrm>
      </p:grpSpPr>
      <p:sp>
        <p:nvSpPr>
          <p:cNvPr id="3" name="Text Placeholder 2"/>
          <p:cNvSpPr>
            <a:spLocks noGrp="1"/>
          </p:cNvSpPr>
          <p:nvPr>
            <p:ph type="body" sz="quarter" idx="16"/>
          </p:nvPr>
        </p:nvSpPr>
        <p:spPr>
          <a:xfrm>
            <a:off x="360363" y="1433513"/>
            <a:ext cx="2988000" cy="7559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2"/>
          <p:cNvSpPr>
            <a:spLocks noGrp="1"/>
          </p:cNvSpPr>
          <p:nvPr>
            <p:ph type="body" sz="quarter" idx="17"/>
          </p:nvPr>
        </p:nvSpPr>
        <p:spPr>
          <a:xfrm>
            <a:off x="3508050" y="1433513"/>
            <a:ext cx="2988000" cy="7559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itle 3"/>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4982082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with super title">
    <p:spTree>
      <p:nvGrpSpPr>
        <p:cNvPr id="1" name=""/>
        <p:cNvGrpSpPr/>
        <p:nvPr/>
      </p:nvGrpSpPr>
      <p:grpSpPr>
        <a:xfrm>
          <a:off x="0" y="0"/>
          <a:ext cx="0" cy="0"/>
          <a:chOff x="0" y="0"/>
          <a:chExt cx="0" cy="0"/>
        </a:xfrm>
      </p:grpSpPr>
      <p:sp>
        <p:nvSpPr>
          <p:cNvPr id="6" name="Text Placeholder 4"/>
          <p:cNvSpPr>
            <a:spLocks noGrp="1"/>
          </p:cNvSpPr>
          <p:nvPr>
            <p:ph type="body" sz="quarter" idx="11" hasCustomPrompt="1"/>
          </p:nvPr>
        </p:nvSpPr>
        <p:spPr>
          <a:xfrm>
            <a:off x="362744" y="65352"/>
            <a:ext cx="6134400" cy="244400"/>
          </a:xfrm>
        </p:spPr>
        <p:txBody>
          <a:bodyPr anchor="b"/>
          <a:lstStyle>
            <a:lvl1pPr>
              <a:spcAft>
                <a:spcPts val="0"/>
              </a:spcAft>
              <a:defRPr sz="1295"/>
            </a:lvl1pPr>
          </a:lstStyle>
          <a:p>
            <a:pPr lvl="0"/>
            <a:r>
              <a:rPr lang="en-US" dirty="0"/>
              <a:t>Super title here</a:t>
            </a:r>
          </a:p>
        </p:txBody>
      </p:sp>
      <p:sp>
        <p:nvSpPr>
          <p:cNvPr id="3" name="Title 2"/>
          <p:cNvSpPr>
            <a:spLocks noGrp="1"/>
          </p:cNvSpPr>
          <p:nvPr>
            <p:ph type="title"/>
          </p:nvPr>
        </p:nvSpPr>
        <p:spPr/>
        <p:txBody>
          <a:bodyPr/>
          <a:lstStyle/>
          <a:p>
            <a:r>
              <a:rPr lang="en-US"/>
              <a:t>Click to edit Master title style</a:t>
            </a:r>
            <a:endParaRPr lang="en-GB" dirty="0"/>
          </a:p>
        </p:txBody>
      </p:sp>
    </p:spTree>
    <p:extLst>
      <p:ext uri="{BB962C8B-B14F-4D97-AF65-F5344CB8AC3E}">
        <p14:creationId xmlns:p14="http://schemas.microsoft.com/office/powerpoint/2010/main" val="35952215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with super title and Text">
    <p:spTree>
      <p:nvGrpSpPr>
        <p:cNvPr id="1" name=""/>
        <p:cNvGrpSpPr/>
        <p:nvPr/>
      </p:nvGrpSpPr>
      <p:grpSpPr>
        <a:xfrm>
          <a:off x="0" y="0"/>
          <a:ext cx="0" cy="0"/>
          <a:chOff x="0" y="0"/>
          <a:chExt cx="0" cy="0"/>
        </a:xfrm>
      </p:grpSpPr>
      <p:sp>
        <p:nvSpPr>
          <p:cNvPr id="6" name="Text Placeholder 4"/>
          <p:cNvSpPr>
            <a:spLocks noGrp="1"/>
          </p:cNvSpPr>
          <p:nvPr>
            <p:ph type="body" sz="quarter" idx="11" hasCustomPrompt="1"/>
          </p:nvPr>
        </p:nvSpPr>
        <p:spPr>
          <a:xfrm>
            <a:off x="362744" y="65352"/>
            <a:ext cx="6134400" cy="244400"/>
          </a:xfrm>
        </p:spPr>
        <p:txBody>
          <a:bodyPr anchor="b"/>
          <a:lstStyle>
            <a:lvl1pPr>
              <a:spcAft>
                <a:spcPts val="0"/>
              </a:spcAft>
              <a:defRPr sz="1295"/>
            </a:lvl1pPr>
          </a:lstStyle>
          <a:p>
            <a:pPr lvl="0"/>
            <a:r>
              <a:rPr lang="en-US" dirty="0"/>
              <a:t>Super title here</a:t>
            </a:r>
          </a:p>
        </p:txBody>
      </p:sp>
      <p:sp>
        <p:nvSpPr>
          <p:cNvPr id="3" name="Title 2"/>
          <p:cNvSpPr>
            <a:spLocks noGrp="1"/>
          </p:cNvSpPr>
          <p:nvPr>
            <p:ph type="title"/>
          </p:nvPr>
        </p:nvSpPr>
        <p:spPr/>
        <p:txBody>
          <a:bodyPr/>
          <a:lstStyle/>
          <a:p>
            <a:r>
              <a:rPr lang="en-US"/>
              <a:t>Click to edit Master title style</a:t>
            </a:r>
            <a:endParaRPr lang="en-GB" dirty="0"/>
          </a:p>
        </p:txBody>
      </p:sp>
      <p:sp>
        <p:nvSpPr>
          <p:cNvPr id="4" name="Text Placeholder 2"/>
          <p:cNvSpPr>
            <a:spLocks noGrp="1"/>
          </p:cNvSpPr>
          <p:nvPr>
            <p:ph type="body" sz="quarter" idx="16"/>
          </p:nvPr>
        </p:nvSpPr>
        <p:spPr>
          <a:xfrm>
            <a:off x="360364" y="1433513"/>
            <a:ext cx="6135687" cy="7559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3153194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with super title and Two Text">
    <p:spTree>
      <p:nvGrpSpPr>
        <p:cNvPr id="1" name=""/>
        <p:cNvGrpSpPr/>
        <p:nvPr/>
      </p:nvGrpSpPr>
      <p:grpSpPr>
        <a:xfrm>
          <a:off x="0" y="0"/>
          <a:ext cx="0" cy="0"/>
          <a:chOff x="0" y="0"/>
          <a:chExt cx="0" cy="0"/>
        </a:xfrm>
      </p:grpSpPr>
      <p:sp>
        <p:nvSpPr>
          <p:cNvPr id="6" name="Text Placeholder 4"/>
          <p:cNvSpPr>
            <a:spLocks noGrp="1"/>
          </p:cNvSpPr>
          <p:nvPr>
            <p:ph type="body" sz="quarter" idx="11" hasCustomPrompt="1"/>
          </p:nvPr>
        </p:nvSpPr>
        <p:spPr>
          <a:xfrm>
            <a:off x="362744" y="65352"/>
            <a:ext cx="6134400" cy="244400"/>
          </a:xfrm>
        </p:spPr>
        <p:txBody>
          <a:bodyPr anchor="b"/>
          <a:lstStyle>
            <a:lvl1pPr>
              <a:spcAft>
                <a:spcPts val="0"/>
              </a:spcAft>
              <a:defRPr sz="1295"/>
            </a:lvl1pPr>
          </a:lstStyle>
          <a:p>
            <a:pPr lvl="0"/>
            <a:r>
              <a:rPr lang="en-US" dirty="0"/>
              <a:t>Super title here</a:t>
            </a:r>
          </a:p>
        </p:txBody>
      </p:sp>
      <p:sp>
        <p:nvSpPr>
          <p:cNvPr id="4" name="Text Placeholder 2"/>
          <p:cNvSpPr>
            <a:spLocks noGrp="1"/>
          </p:cNvSpPr>
          <p:nvPr>
            <p:ph type="body" sz="quarter" idx="16"/>
          </p:nvPr>
        </p:nvSpPr>
        <p:spPr>
          <a:xfrm>
            <a:off x="360363" y="1433513"/>
            <a:ext cx="2988000" cy="7559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2"/>
          <p:cNvSpPr>
            <a:spLocks noGrp="1"/>
          </p:cNvSpPr>
          <p:nvPr>
            <p:ph type="body" sz="quarter" idx="17"/>
          </p:nvPr>
        </p:nvSpPr>
        <p:spPr>
          <a:xfrm>
            <a:off x="3508050" y="1433513"/>
            <a:ext cx="2988000" cy="7559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0794056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debar with super title Only">
    <p:spTree>
      <p:nvGrpSpPr>
        <p:cNvPr id="1" name=""/>
        <p:cNvGrpSpPr/>
        <p:nvPr/>
      </p:nvGrpSpPr>
      <p:grpSpPr>
        <a:xfrm>
          <a:off x="0" y="0"/>
          <a:ext cx="0" cy="0"/>
          <a:chOff x="0" y="0"/>
          <a:chExt cx="0" cy="0"/>
        </a:xfrm>
      </p:grpSpPr>
      <p:sp>
        <p:nvSpPr>
          <p:cNvPr id="6" name="Text Placeholder 4"/>
          <p:cNvSpPr>
            <a:spLocks noGrp="1"/>
          </p:cNvSpPr>
          <p:nvPr>
            <p:ph type="body" sz="quarter" idx="11" hasCustomPrompt="1"/>
          </p:nvPr>
        </p:nvSpPr>
        <p:spPr>
          <a:xfrm>
            <a:off x="362744" y="65352"/>
            <a:ext cx="6134400" cy="244400"/>
          </a:xfrm>
        </p:spPr>
        <p:txBody>
          <a:bodyPr anchor="b"/>
          <a:lstStyle>
            <a:lvl1pPr>
              <a:spcAft>
                <a:spcPts val="0"/>
              </a:spcAft>
              <a:defRPr sz="1295"/>
            </a:lvl1pPr>
          </a:lstStyle>
          <a:p>
            <a:pPr lvl="0"/>
            <a:r>
              <a:rPr lang="en-US" dirty="0"/>
              <a:t>Super title here</a:t>
            </a:r>
          </a:p>
        </p:txBody>
      </p:sp>
      <p:sp>
        <p:nvSpPr>
          <p:cNvPr id="3" name="Title 2"/>
          <p:cNvSpPr>
            <a:spLocks noGrp="1"/>
          </p:cNvSpPr>
          <p:nvPr>
            <p:ph type="title"/>
          </p:nvPr>
        </p:nvSpPr>
        <p:spPr/>
        <p:txBody>
          <a:bodyPr/>
          <a:lstStyle/>
          <a:p>
            <a:r>
              <a:rPr lang="en-US"/>
              <a:t>Click to edit Master title style</a:t>
            </a:r>
            <a:endParaRPr lang="en-GB" dirty="0"/>
          </a:p>
        </p:txBody>
      </p:sp>
      <p:sp>
        <p:nvSpPr>
          <p:cNvPr id="4" name="Text Placeholder 2"/>
          <p:cNvSpPr>
            <a:spLocks noGrp="1"/>
          </p:cNvSpPr>
          <p:nvPr>
            <p:ph type="body" sz="quarter" idx="16"/>
          </p:nvPr>
        </p:nvSpPr>
        <p:spPr>
          <a:xfrm>
            <a:off x="360363" y="1433513"/>
            <a:ext cx="1104192" cy="7559675"/>
          </a:xfrm>
          <a:solidFill>
            <a:srgbClr val="0091DA"/>
          </a:solidFill>
        </p:spPr>
        <p:txBody>
          <a:bodyPr lIns="54610" tIns="54610" rIns="54610" bIns="54610"/>
          <a:lstStyle>
            <a:lvl1pPr>
              <a:defRPr>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175763227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debar with super title and One Text">
    <p:spTree>
      <p:nvGrpSpPr>
        <p:cNvPr id="1" name=""/>
        <p:cNvGrpSpPr/>
        <p:nvPr/>
      </p:nvGrpSpPr>
      <p:grpSpPr>
        <a:xfrm>
          <a:off x="0" y="0"/>
          <a:ext cx="0" cy="0"/>
          <a:chOff x="0" y="0"/>
          <a:chExt cx="0" cy="0"/>
        </a:xfrm>
      </p:grpSpPr>
      <p:sp>
        <p:nvSpPr>
          <p:cNvPr id="6" name="Text Placeholder 4"/>
          <p:cNvSpPr>
            <a:spLocks noGrp="1"/>
          </p:cNvSpPr>
          <p:nvPr>
            <p:ph type="body" sz="quarter" idx="11" hasCustomPrompt="1"/>
          </p:nvPr>
        </p:nvSpPr>
        <p:spPr>
          <a:xfrm>
            <a:off x="362744" y="65352"/>
            <a:ext cx="6134400" cy="244400"/>
          </a:xfrm>
        </p:spPr>
        <p:txBody>
          <a:bodyPr anchor="b"/>
          <a:lstStyle>
            <a:lvl1pPr>
              <a:spcAft>
                <a:spcPts val="0"/>
              </a:spcAft>
              <a:defRPr sz="1295"/>
            </a:lvl1pPr>
          </a:lstStyle>
          <a:p>
            <a:pPr lvl="0"/>
            <a:r>
              <a:rPr lang="en-US" dirty="0"/>
              <a:t>Super title here</a:t>
            </a:r>
          </a:p>
        </p:txBody>
      </p:sp>
      <p:sp>
        <p:nvSpPr>
          <p:cNvPr id="4" name="Text Placeholder 2"/>
          <p:cNvSpPr>
            <a:spLocks noGrp="1"/>
          </p:cNvSpPr>
          <p:nvPr>
            <p:ph type="body" sz="quarter" idx="16"/>
          </p:nvPr>
        </p:nvSpPr>
        <p:spPr>
          <a:xfrm>
            <a:off x="360363" y="1433514"/>
            <a:ext cx="1104192" cy="7569199"/>
          </a:xfrm>
          <a:solidFill>
            <a:srgbClr val="0091DA"/>
          </a:solidFill>
        </p:spPr>
        <p:txBody>
          <a:bodyPr lIns="54610" tIns="54610" rIns="54610" bIns="54610"/>
          <a:lstStyle>
            <a:lvl1pPr>
              <a:defRPr>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4"/>
          <p:cNvSpPr>
            <a:spLocks noGrp="1"/>
          </p:cNvSpPr>
          <p:nvPr>
            <p:ph type="body" sz="quarter" idx="17"/>
          </p:nvPr>
        </p:nvSpPr>
        <p:spPr>
          <a:xfrm>
            <a:off x="1600050" y="1433512"/>
            <a:ext cx="4896000" cy="7559675"/>
          </a:xfrm>
          <a:ln>
            <a:solidFill>
              <a:srgbClr val="0091DA"/>
            </a:solidFill>
          </a:ln>
        </p:spPr>
        <p:txBody>
          <a:bodyPr lIns="54610" tIns="54610" rIns="54610" bIns="5461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2850447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debar with super title and Two Text">
    <p:spTree>
      <p:nvGrpSpPr>
        <p:cNvPr id="1" name=""/>
        <p:cNvGrpSpPr/>
        <p:nvPr/>
      </p:nvGrpSpPr>
      <p:grpSpPr>
        <a:xfrm>
          <a:off x="0" y="0"/>
          <a:ext cx="0" cy="0"/>
          <a:chOff x="0" y="0"/>
          <a:chExt cx="0" cy="0"/>
        </a:xfrm>
      </p:grpSpPr>
      <p:sp>
        <p:nvSpPr>
          <p:cNvPr id="6" name="Text Placeholder 4"/>
          <p:cNvSpPr>
            <a:spLocks noGrp="1"/>
          </p:cNvSpPr>
          <p:nvPr>
            <p:ph type="body" sz="quarter" idx="11" hasCustomPrompt="1"/>
          </p:nvPr>
        </p:nvSpPr>
        <p:spPr>
          <a:xfrm>
            <a:off x="362744" y="65352"/>
            <a:ext cx="6134400" cy="244400"/>
          </a:xfrm>
        </p:spPr>
        <p:txBody>
          <a:bodyPr anchor="b"/>
          <a:lstStyle>
            <a:lvl1pPr>
              <a:spcAft>
                <a:spcPts val="0"/>
              </a:spcAft>
              <a:defRPr sz="1295"/>
            </a:lvl1pPr>
          </a:lstStyle>
          <a:p>
            <a:pPr lvl="0"/>
            <a:r>
              <a:rPr lang="en-US" dirty="0"/>
              <a:t>Super title here</a:t>
            </a:r>
          </a:p>
        </p:txBody>
      </p:sp>
      <p:sp>
        <p:nvSpPr>
          <p:cNvPr id="4" name="Text Placeholder 2"/>
          <p:cNvSpPr>
            <a:spLocks noGrp="1"/>
          </p:cNvSpPr>
          <p:nvPr>
            <p:ph type="body" sz="quarter" idx="16"/>
          </p:nvPr>
        </p:nvSpPr>
        <p:spPr>
          <a:xfrm>
            <a:off x="360363" y="1433513"/>
            <a:ext cx="1104192" cy="7559675"/>
          </a:xfrm>
          <a:solidFill>
            <a:srgbClr val="0091DA"/>
          </a:solidFill>
        </p:spPr>
        <p:txBody>
          <a:bodyPr lIns="54610" tIns="54610" rIns="54610" bIns="54610"/>
          <a:lstStyle>
            <a:lvl1pPr>
              <a:defRPr>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4"/>
          <p:cNvSpPr>
            <a:spLocks noGrp="1"/>
          </p:cNvSpPr>
          <p:nvPr>
            <p:ph type="body" sz="quarter" idx="17"/>
          </p:nvPr>
        </p:nvSpPr>
        <p:spPr>
          <a:xfrm>
            <a:off x="1600050" y="1433513"/>
            <a:ext cx="2376000" cy="7559675"/>
          </a:xfrm>
          <a:ln>
            <a:solidFill>
              <a:srgbClr val="0091DA"/>
            </a:solidFill>
          </a:ln>
        </p:spPr>
        <p:txBody>
          <a:bodyPr lIns="54610" tIns="54610" rIns="54610" bIns="5461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Text Placeholder 6"/>
          <p:cNvSpPr>
            <a:spLocks noGrp="1"/>
          </p:cNvSpPr>
          <p:nvPr>
            <p:ph type="body" sz="quarter" idx="18"/>
          </p:nvPr>
        </p:nvSpPr>
        <p:spPr>
          <a:xfrm>
            <a:off x="4111545" y="1433513"/>
            <a:ext cx="2376000" cy="7559675"/>
          </a:xfrm>
          <a:ln>
            <a:solidFill>
              <a:srgbClr val="0091DA"/>
            </a:solidFill>
          </a:ln>
        </p:spPr>
        <p:txBody>
          <a:bodyPr lIns="54610" tIns="54610" rIns="54610" bIns="5461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66055278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626088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icture layout">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0" y="0"/>
            <a:ext cx="6858000" cy="9906000"/>
          </a:xfrm>
        </p:spPr>
        <p:txBody>
          <a:bodyPr/>
          <a:lstStyle/>
          <a:p>
            <a:r>
              <a:rPr lang="en-US"/>
              <a:t>Click icon to add picture</a:t>
            </a:r>
            <a:endParaRPr lang="en-GB"/>
          </a:p>
        </p:txBody>
      </p:sp>
    </p:spTree>
    <p:extLst>
      <p:ext uri="{BB962C8B-B14F-4D97-AF65-F5344CB8AC3E}">
        <p14:creationId xmlns:p14="http://schemas.microsoft.com/office/powerpoint/2010/main" val="69982607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One Table with Text">
    <p:bg>
      <p:bgPr>
        <a:solidFill>
          <a:schemeClr val="bg1"/>
        </a:solidFill>
        <a:effectLst/>
      </p:bgPr>
    </p:bg>
    <p:spTree>
      <p:nvGrpSpPr>
        <p:cNvPr id="1" name=""/>
        <p:cNvGrpSpPr/>
        <p:nvPr/>
      </p:nvGrpSpPr>
      <p:grpSpPr>
        <a:xfrm>
          <a:off x="0" y="0"/>
          <a:ext cx="0" cy="0"/>
          <a:chOff x="0" y="0"/>
          <a:chExt cx="0" cy="0"/>
        </a:xfrm>
      </p:grpSpPr>
      <p:sp>
        <p:nvSpPr>
          <p:cNvPr id="3" name="Text Placeholder 2"/>
          <p:cNvSpPr>
            <a:spLocks noGrp="1"/>
          </p:cNvSpPr>
          <p:nvPr>
            <p:ph type="body" sz="quarter" idx="16"/>
          </p:nvPr>
        </p:nvSpPr>
        <p:spPr>
          <a:xfrm>
            <a:off x="362744" y="5361916"/>
            <a:ext cx="6133306" cy="3705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Table Placeholder 6"/>
          <p:cNvSpPr>
            <a:spLocks noGrp="1"/>
          </p:cNvSpPr>
          <p:nvPr>
            <p:ph type="tbl" sz="quarter" idx="18"/>
          </p:nvPr>
        </p:nvSpPr>
        <p:spPr>
          <a:xfrm>
            <a:off x="362744" y="1433513"/>
            <a:ext cx="6133306" cy="3694906"/>
          </a:xfrm>
        </p:spPr>
        <p:txBody>
          <a:bodyPr anchor="ctr"/>
          <a:lstStyle>
            <a:lvl1pPr algn="ctr">
              <a:defRPr/>
            </a:lvl1pPr>
          </a:lstStyle>
          <a:p>
            <a:r>
              <a:rPr lang="en-US"/>
              <a:t>Click icon to add table</a:t>
            </a:r>
            <a:endParaRPr lang="en-GB" dirty="0"/>
          </a:p>
        </p:txBody>
      </p:sp>
      <p:sp>
        <p:nvSpPr>
          <p:cNvPr id="4" name="Title 3"/>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99196792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Two Tables Two Text">
    <p:bg>
      <p:bgPr>
        <a:solidFill>
          <a:schemeClr val="bg1"/>
        </a:solidFill>
        <a:effectLst/>
      </p:bgPr>
    </p:bg>
    <p:spTree>
      <p:nvGrpSpPr>
        <p:cNvPr id="1" name=""/>
        <p:cNvGrpSpPr/>
        <p:nvPr/>
      </p:nvGrpSpPr>
      <p:grpSpPr>
        <a:xfrm>
          <a:off x="0" y="0"/>
          <a:ext cx="0" cy="0"/>
          <a:chOff x="0" y="0"/>
          <a:chExt cx="0" cy="0"/>
        </a:xfrm>
      </p:grpSpPr>
      <p:sp>
        <p:nvSpPr>
          <p:cNvPr id="3" name="Text Placeholder 2"/>
          <p:cNvSpPr>
            <a:spLocks noGrp="1"/>
          </p:cNvSpPr>
          <p:nvPr>
            <p:ph type="body" sz="quarter" idx="16"/>
          </p:nvPr>
        </p:nvSpPr>
        <p:spPr>
          <a:xfrm>
            <a:off x="3508050" y="5288188"/>
            <a:ext cx="2988000" cy="3705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2"/>
          <p:cNvSpPr>
            <a:spLocks noGrp="1"/>
          </p:cNvSpPr>
          <p:nvPr>
            <p:ph type="body" sz="quarter" idx="17"/>
          </p:nvPr>
        </p:nvSpPr>
        <p:spPr>
          <a:xfrm>
            <a:off x="3508050" y="1451587"/>
            <a:ext cx="2988000" cy="3705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Table Placeholder 6"/>
          <p:cNvSpPr>
            <a:spLocks noGrp="1"/>
          </p:cNvSpPr>
          <p:nvPr>
            <p:ph type="tbl" sz="quarter" idx="18"/>
          </p:nvPr>
        </p:nvSpPr>
        <p:spPr>
          <a:xfrm>
            <a:off x="362744" y="1451586"/>
            <a:ext cx="2988000" cy="3704431"/>
          </a:xfrm>
        </p:spPr>
        <p:txBody>
          <a:bodyPr anchor="ctr"/>
          <a:lstStyle>
            <a:lvl1pPr algn="ctr">
              <a:defRPr/>
            </a:lvl1pPr>
          </a:lstStyle>
          <a:p>
            <a:r>
              <a:rPr lang="en-US"/>
              <a:t>Click icon to add table</a:t>
            </a:r>
            <a:endParaRPr lang="en-GB" dirty="0"/>
          </a:p>
        </p:txBody>
      </p:sp>
      <p:sp>
        <p:nvSpPr>
          <p:cNvPr id="8" name="Table Placeholder 6"/>
          <p:cNvSpPr>
            <a:spLocks noGrp="1"/>
          </p:cNvSpPr>
          <p:nvPr>
            <p:ph type="tbl" sz="quarter" idx="19"/>
          </p:nvPr>
        </p:nvSpPr>
        <p:spPr>
          <a:xfrm>
            <a:off x="362744" y="5288759"/>
            <a:ext cx="2988000" cy="3704431"/>
          </a:xfrm>
        </p:spPr>
        <p:txBody>
          <a:bodyPr anchor="ctr"/>
          <a:lstStyle>
            <a:lvl1pPr algn="ctr">
              <a:defRPr/>
            </a:lvl1pPr>
          </a:lstStyle>
          <a:p>
            <a:r>
              <a:rPr lang="en-US"/>
              <a:t>Click icon to add table</a:t>
            </a:r>
            <a:endParaRPr lang="en-GB" dirty="0"/>
          </a:p>
        </p:txBody>
      </p:sp>
      <p:sp>
        <p:nvSpPr>
          <p:cNvPr id="5" name="Title 4"/>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989077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One Chart One Row Text 2">
    <p:spTree>
      <p:nvGrpSpPr>
        <p:cNvPr id="1" name=""/>
        <p:cNvGrpSpPr/>
        <p:nvPr/>
      </p:nvGrpSpPr>
      <p:grpSpPr>
        <a:xfrm>
          <a:off x="0" y="0"/>
          <a:ext cx="0" cy="0"/>
          <a:chOff x="0" y="0"/>
          <a:chExt cx="0" cy="0"/>
        </a:xfrm>
      </p:grpSpPr>
      <p:sp>
        <p:nvSpPr>
          <p:cNvPr id="24" name="Text Placeholder 2"/>
          <p:cNvSpPr>
            <a:spLocks noGrp="1"/>
          </p:cNvSpPr>
          <p:nvPr>
            <p:ph type="body" sz="quarter" idx="17"/>
          </p:nvPr>
        </p:nvSpPr>
        <p:spPr>
          <a:xfrm>
            <a:off x="360365" y="5276439"/>
            <a:ext cx="6135687" cy="3705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Chart Placeholder 4"/>
          <p:cNvSpPr>
            <a:spLocks noGrp="1"/>
          </p:cNvSpPr>
          <p:nvPr>
            <p:ph type="chart" sz="quarter" idx="18"/>
          </p:nvPr>
        </p:nvSpPr>
        <p:spPr>
          <a:xfrm>
            <a:off x="361650" y="1464111"/>
            <a:ext cx="6134400" cy="3705000"/>
          </a:xfrm>
        </p:spPr>
        <p:txBody>
          <a:bodyPr anchor="ctr"/>
          <a:lstStyle>
            <a:lvl1pPr algn="ctr">
              <a:defRPr/>
            </a:lvl1pPr>
          </a:lstStyle>
          <a:p>
            <a:r>
              <a:rPr lang="en-US"/>
              <a:t>Click icon to add chart</a:t>
            </a:r>
            <a:endParaRPr lang="en-GB" dirty="0"/>
          </a:p>
        </p:txBody>
      </p:sp>
      <p:sp>
        <p:nvSpPr>
          <p:cNvPr id="3" name="Title 2"/>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691326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Two Charts Two Text 1">
    <p:bg>
      <p:bgPr>
        <a:solidFill>
          <a:schemeClr val="bg1"/>
        </a:solidFill>
        <a:effectLst/>
      </p:bgPr>
    </p:bg>
    <p:spTree>
      <p:nvGrpSpPr>
        <p:cNvPr id="1" name=""/>
        <p:cNvGrpSpPr/>
        <p:nvPr/>
      </p:nvGrpSpPr>
      <p:grpSpPr>
        <a:xfrm>
          <a:off x="0" y="0"/>
          <a:ext cx="0" cy="0"/>
          <a:chOff x="0" y="0"/>
          <a:chExt cx="0" cy="0"/>
        </a:xfrm>
      </p:grpSpPr>
      <p:sp>
        <p:nvSpPr>
          <p:cNvPr id="3" name="Text Placeholder 2"/>
          <p:cNvSpPr>
            <a:spLocks noGrp="1"/>
          </p:cNvSpPr>
          <p:nvPr>
            <p:ph type="body" sz="quarter" idx="16"/>
          </p:nvPr>
        </p:nvSpPr>
        <p:spPr>
          <a:xfrm>
            <a:off x="3508050" y="5288188"/>
            <a:ext cx="2988000" cy="3705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2"/>
          <p:cNvSpPr>
            <a:spLocks noGrp="1"/>
          </p:cNvSpPr>
          <p:nvPr>
            <p:ph type="body" sz="quarter" idx="17"/>
          </p:nvPr>
        </p:nvSpPr>
        <p:spPr>
          <a:xfrm>
            <a:off x="3508050" y="1433514"/>
            <a:ext cx="2988000" cy="3705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Chart Placeholder 4"/>
          <p:cNvSpPr>
            <a:spLocks noGrp="1"/>
          </p:cNvSpPr>
          <p:nvPr>
            <p:ph type="chart" sz="quarter" idx="18"/>
          </p:nvPr>
        </p:nvSpPr>
        <p:spPr>
          <a:xfrm>
            <a:off x="361650" y="1433514"/>
            <a:ext cx="2988000" cy="3705000"/>
          </a:xfrm>
        </p:spPr>
        <p:txBody>
          <a:bodyPr anchor="ctr"/>
          <a:lstStyle>
            <a:lvl1pPr algn="ctr">
              <a:defRPr/>
            </a:lvl1pPr>
          </a:lstStyle>
          <a:p>
            <a:r>
              <a:rPr lang="en-US"/>
              <a:t>Click icon to add chart</a:t>
            </a:r>
            <a:endParaRPr lang="en-GB" dirty="0"/>
          </a:p>
        </p:txBody>
      </p:sp>
      <p:sp>
        <p:nvSpPr>
          <p:cNvPr id="10" name="Chart Placeholder 4"/>
          <p:cNvSpPr>
            <a:spLocks noGrp="1"/>
          </p:cNvSpPr>
          <p:nvPr>
            <p:ph type="chart" sz="quarter" idx="19"/>
          </p:nvPr>
        </p:nvSpPr>
        <p:spPr>
          <a:xfrm>
            <a:off x="361650" y="5288188"/>
            <a:ext cx="2988000" cy="3705000"/>
          </a:xfrm>
        </p:spPr>
        <p:txBody>
          <a:bodyPr anchor="ctr"/>
          <a:lstStyle>
            <a:lvl1pPr algn="ctr">
              <a:defRPr/>
            </a:lvl1pPr>
          </a:lstStyle>
          <a:p>
            <a:r>
              <a:rPr lang="en-US"/>
              <a:t>Click icon to add chart</a:t>
            </a:r>
            <a:endParaRPr lang="en-GB" dirty="0"/>
          </a:p>
        </p:txBody>
      </p:sp>
      <p:sp>
        <p:nvSpPr>
          <p:cNvPr id="5" name="Title 4"/>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05985108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idebar with super title table and text">
    <p:spTree>
      <p:nvGrpSpPr>
        <p:cNvPr id="1" name=""/>
        <p:cNvGrpSpPr/>
        <p:nvPr/>
      </p:nvGrpSpPr>
      <p:grpSpPr>
        <a:xfrm>
          <a:off x="0" y="0"/>
          <a:ext cx="0" cy="0"/>
          <a:chOff x="0" y="0"/>
          <a:chExt cx="0" cy="0"/>
        </a:xfrm>
      </p:grpSpPr>
      <p:sp>
        <p:nvSpPr>
          <p:cNvPr id="6" name="Text Placeholder 4"/>
          <p:cNvSpPr>
            <a:spLocks noGrp="1"/>
          </p:cNvSpPr>
          <p:nvPr>
            <p:ph type="body" sz="quarter" idx="11" hasCustomPrompt="1"/>
          </p:nvPr>
        </p:nvSpPr>
        <p:spPr>
          <a:xfrm>
            <a:off x="362744" y="65352"/>
            <a:ext cx="6134400" cy="244400"/>
          </a:xfrm>
        </p:spPr>
        <p:txBody>
          <a:bodyPr anchor="b"/>
          <a:lstStyle>
            <a:lvl1pPr>
              <a:spcAft>
                <a:spcPts val="0"/>
              </a:spcAft>
              <a:defRPr sz="1079"/>
            </a:lvl1pPr>
          </a:lstStyle>
          <a:p>
            <a:pPr lvl="0"/>
            <a:r>
              <a:rPr lang="en-US" dirty="0"/>
              <a:t>Super title here</a:t>
            </a:r>
          </a:p>
        </p:txBody>
      </p:sp>
      <p:sp>
        <p:nvSpPr>
          <p:cNvPr id="3" name="Title 2"/>
          <p:cNvSpPr>
            <a:spLocks noGrp="1"/>
          </p:cNvSpPr>
          <p:nvPr>
            <p:ph type="title"/>
          </p:nvPr>
        </p:nvSpPr>
        <p:spPr/>
        <p:txBody>
          <a:bodyPr/>
          <a:lstStyle/>
          <a:p>
            <a:r>
              <a:rPr lang="en-US"/>
              <a:t>Click to edit Master title style</a:t>
            </a:r>
            <a:endParaRPr lang="en-GB" dirty="0"/>
          </a:p>
        </p:txBody>
      </p:sp>
      <p:sp>
        <p:nvSpPr>
          <p:cNvPr id="4" name="Text Placeholder 2"/>
          <p:cNvSpPr>
            <a:spLocks noGrp="1"/>
          </p:cNvSpPr>
          <p:nvPr>
            <p:ph type="body" sz="quarter" idx="16"/>
          </p:nvPr>
        </p:nvSpPr>
        <p:spPr>
          <a:xfrm>
            <a:off x="360363" y="1433513"/>
            <a:ext cx="1104192" cy="7559675"/>
          </a:xfrm>
          <a:solidFill>
            <a:srgbClr val="0091DA"/>
          </a:solidFill>
        </p:spPr>
        <p:txBody>
          <a:bodyPr lIns="54610" tIns="54610" rIns="54610" bIns="54610"/>
          <a:lstStyle>
            <a:lvl1pPr>
              <a:defRPr>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able Placeholder 4"/>
          <p:cNvSpPr>
            <a:spLocks noGrp="1"/>
          </p:cNvSpPr>
          <p:nvPr>
            <p:ph type="tbl" sz="quarter" idx="17"/>
          </p:nvPr>
        </p:nvSpPr>
        <p:spPr>
          <a:xfrm>
            <a:off x="1593700" y="1433514"/>
            <a:ext cx="4896000" cy="3704431"/>
          </a:xfrm>
        </p:spPr>
        <p:txBody>
          <a:bodyPr/>
          <a:lstStyle/>
          <a:p>
            <a:r>
              <a:rPr lang="en-US"/>
              <a:t>Click icon to add table</a:t>
            </a:r>
            <a:endParaRPr lang="en-GB"/>
          </a:p>
        </p:txBody>
      </p:sp>
      <p:sp>
        <p:nvSpPr>
          <p:cNvPr id="8" name="Text Placeholder 7"/>
          <p:cNvSpPr>
            <a:spLocks noGrp="1"/>
          </p:cNvSpPr>
          <p:nvPr>
            <p:ph type="body" sz="quarter" idx="18"/>
          </p:nvPr>
        </p:nvSpPr>
        <p:spPr>
          <a:xfrm>
            <a:off x="1600050" y="5361141"/>
            <a:ext cx="4896000" cy="3628118"/>
          </a:xfrm>
          <a:ln>
            <a:solidFill>
              <a:srgbClr val="0091DA"/>
            </a:solidFill>
          </a:ln>
        </p:spPr>
        <p:txBody>
          <a:bodyPr lIns="54610" tIns="54610" rIns="54610" bIns="5461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111570602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idebar with super title chart and text">
    <p:spTree>
      <p:nvGrpSpPr>
        <p:cNvPr id="1" name=""/>
        <p:cNvGrpSpPr/>
        <p:nvPr/>
      </p:nvGrpSpPr>
      <p:grpSpPr>
        <a:xfrm>
          <a:off x="0" y="0"/>
          <a:ext cx="0" cy="0"/>
          <a:chOff x="0" y="0"/>
          <a:chExt cx="0" cy="0"/>
        </a:xfrm>
      </p:grpSpPr>
      <p:sp>
        <p:nvSpPr>
          <p:cNvPr id="6" name="Text Placeholder 4"/>
          <p:cNvSpPr>
            <a:spLocks noGrp="1"/>
          </p:cNvSpPr>
          <p:nvPr>
            <p:ph type="body" sz="quarter" idx="11" hasCustomPrompt="1"/>
          </p:nvPr>
        </p:nvSpPr>
        <p:spPr>
          <a:xfrm>
            <a:off x="362744" y="65352"/>
            <a:ext cx="6134400" cy="244400"/>
          </a:xfrm>
        </p:spPr>
        <p:txBody>
          <a:bodyPr anchor="b"/>
          <a:lstStyle>
            <a:lvl1pPr>
              <a:spcAft>
                <a:spcPts val="0"/>
              </a:spcAft>
              <a:defRPr sz="1079"/>
            </a:lvl1pPr>
          </a:lstStyle>
          <a:p>
            <a:pPr lvl="0"/>
            <a:r>
              <a:rPr lang="en-US" dirty="0"/>
              <a:t>Super title here</a:t>
            </a:r>
          </a:p>
        </p:txBody>
      </p:sp>
      <p:sp>
        <p:nvSpPr>
          <p:cNvPr id="4" name="Text Placeholder 2"/>
          <p:cNvSpPr>
            <a:spLocks noGrp="1"/>
          </p:cNvSpPr>
          <p:nvPr>
            <p:ph type="body" sz="quarter" idx="16"/>
          </p:nvPr>
        </p:nvSpPr>
        <p:spPr>
          <a:xfrm>
            <a:off x="360363" y="1433513"/>
            <a:ext cx="1104192" cy="7569198"/>
          </a:xfrm>
          <a:solidFill>
            <a:srgbClr val="0091DA"/>
          </a:solidFill>
        </p:spPr>
        <p:txBody>
          <a:bodyPr lIns="54610" tIns="54610" rIns="54610" bIns="54610"/>
          <a:lstStyle>
            <a:lvl1pPr>
              <a:defRPr>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Chart Placeholder 4"/>
          <p:cNvSpPr>
            <a:spLocks noGrp="1"/>
          </p:cNvSpPr>
          <p:nvPr>
            <p:ph type="chart" sz="quarter" idx="17"/>
          </p:nvPr>
        </p:nvSpPr>
        <p:spPr>
          <a:xfrm>
            <a:off x="1600050" y="1433513"/>
            <a:ext cx="4896000" cy="3704430"/>
          </a:xfrm>
        </p:spPr>
        <p:txBody>
          <a:bodyPr/>
          <a:lstStyle/>
          <a:p>
            <a:r>
              <a:rPr lang="en-US"/>
              <a:t>Click icon to add chart</a:t>
            </a:r>
            <a:endParaRPr lang="en-GB"/>
          </a:p>
        </p:txBody>
      </p:sp>
      <p:sp>
        <p:nvSpPr>
          <p:cNvPr id="8" name="Text Placeholder 7"/>
          <p:cNvSpPr>
            <a:spLocks noGrp="1"/>
          </p:cNvSpPr>
          <p:nvPr>
            <p:ph type="body" sz="quarter" idx="18"/>
          </p:nvPr>
        </p:nvSpPr>
        <p:spPr>
          <a:xfrm>
            <a:off x="1600050" y="5361141"/>
            <a:ext cx="4896000" cy="3632048"/>
          </a:xfrm>
          <a:ln>
            <a:solidFill>
              <a:srgbClr val="0091DA"/>
            </a:solidFill>
          </a:ln>
        </p:spPr>
        <p:txBody>
          <a:bodyPr lIns="54610" tIns="54610" rIns="54610" bIns="5461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79698993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idebar with super title chart CAGR and text">
    <p:spTree>
      <p:nvGrpSpPr>
        <p:cNvPr id="1" name=""/>
        <p:cNvGrpSpPr/>
        <p:nvPr/>
      </p:nvGrpSpPr>
      <p:grpSpPr>
        <a:xfrm>
          <a:off x="0" y="0"/>
          <a:ext cx="0" cy="0"/>
          <a:chOff x="0" y="0"/>
          <a:chExt cx="0" cy="0"/>
        </a:xfrm>
      </p:grpSpPr>
      <p:sp>
        <p:nvSpPr>
          <p:cNvPr id="6" name="Text Placeholder 4"/>
          <p:cNvSpPr>
            <a:spLocks noGrp="1"/>
          </p:cNvSpPr>
          <p:nvPr>
            <p:ph type="body" sz="quarter" idx="11" hasCustomPrompt="1"/>
          </p:nvPr>
        </p:nvSpPr>
        <p:spPr>
          <a:xfrm>
            <a:off x="362744" y="65352"/>
            <a:ext cx="6134400" cy="244400"/>
          </a:xfrm>
        </p:spPr>
        <p:txBody>
          <a:bodyPr anchor="b"/>
          <a:lstStyle>
            <a:lvl1pPr>
              <a:spcAft>
                <a:spcPts val="0"/>
              </a:spcAft>
              <a:defRPr sz="1079"/>
            </a:lvl1pPr>
          </a:lstStyle>
          <a:p>
            <a:pPr lvl="0"/>
            <a:r>
              <a:rPr lang="en-US" dirty="0"/>
              <a:t>Super title here</a:t>
            </a:r>
          </a:p>
        </p:txBody>
      </p:sp>
      <p:sp>
        <p:nvSpPr>
          <p:cNvPr id="4" name="Text Placeholder 2"/>
          <p:cNvSpPr>
            <a:spLocks noGrp="1"/>
          </p:cNvSpPr>
          <p:nvPr>
            <p:ph type="body" sz="quarter" idx="16"/>
          </p:nvPr>
        </p:nvSpPr>
        <p:spPr>
          <a:xfrm>
            <a:off x="360363" y="1433513"/>
            <a:ext cx="1104192" cy="7569198"/>
          </a:xfrm>
          <a:solidFill>
            <a:srgbClr val="0091DA"/>
          </a:solidFill>
        </p:spPr>
        <p:txBody>
          <a:bodyPr lIns="54610" tIns="54610" rIns="54610" bIns="54610"/>
          <a:lstStyle>
            <a:lvl1pPr>
              <a:defRPr>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Chart Placeholder 4"/>
          <p:cNvSpPr>
            <a:spLocks noGrp="1"/>
          </p:cNvSpPr>
          <p:nvPr>
            <p:ph type="chart" sz="quarter" idx="17"/>
          </p:nvPr>
        </p:nvSpPr>
        <p:spPr>
          <a:xfrm>
            <a:off x="1600050" y="1433513"/>
            <a:ext cx="4896000" cy="3704430"/>
          </a:xfrm>
        </p:spPr>
        <p:txBody>
          <a:bodyPr/>
          <a:lstStyle/>
          <a:p>
            <a:r>
              <a:rPr lang="en-US"/>
              <a:t>Click icon to add chart</a:t>
            </a:r>
            <a:endParaRPr lang="en-GB"/>
          </a:p>
        </p:txBody>
      </p:sp>
      <p:sp>
        <p:nvSpPr>
          <p:cNvPr id="8" name="Text Placeholder 7"/>
          <p:cNvSpPr>
            <a:spLocks noGrp="1"/>
          </p:cNvSpPr>
          <p:nvPr>
            <p:ph type="body" sz="quarter" idx="18"/>
          </p:nvPr>
        </p:nvSpPr>
        <p:spPr>
          <a:xfrm>
            <a:off x="1600050" y="7193188"/>
            <a:ext cx="4896000" cy="1800000"/>
          </a:xfrm>
          <a:ln>
            <a:solidFill>
              <a:srgbClr val="0091DA"/>
            </a:solidFill>
          </a:ln>
        </p:spPr>
        <p:txBody>
          <a:bodyPr lIns="54610" tIns="54610" rIns="54610" bIns="5461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86921889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idebar with super title Two Graphs  Text">
    <p:spTree>
      <p:nvGrpSpPr>
        <p:cNvPr id="1" name=""/>
        <p:cNvGrpSpPr/>
        <p:nvPr/>
      </p:nvGrpSpPr>
      <p:grpSpPr>
        <a:xfrm>
          <a:off x="0" y="0"/>
          <a:ext cx="0" cy="0"/>
          <a:chOff x="0" y="0"/>
          <a:chExt cx="0" cy="0"/>
        </a:xfrm>
      </p:grpSpPr>
      <p:sp>
        <p:nvSpPr>
          <p:cNvPr id="6" name="Text Placeholder 4"/>
          <p:cNvSpPr>
            <a:spLocks noGrp="1"/>
          </p:cNvSpPr>
          <p:nvPr>
            <p:ph type="body" sz="quarter" idx="11" hasCustomPrompt="1"/>
          </p:nvPr>
        </p:nvSpPr>
        <p:spPr>
          <a:xfrm>
            <a:off x="362744" y="65352"/>
            <a:ext cx="6134400" cy="244400"/>
          </a:xfrm>
        </p:spPr>
        <p:txBody>
          <a:bodyPr anchor="b"/>
          <a:lstStyle>
            <a:lvl1pPr>
              <a:spcAft>
                <a:spcPts val="0"/>
              </a:spcAft>
              <a:defRPr sz="1079"/>
            </a:lvl1pPr>
          </a:lstStyle>
          <a:p>
            <a:pPr lvl="0"/>
            <a:r>
              <a:rPr lang="en-US" dirty="0"/>
              <a:t>Super title here</a:t>
            </a:r>
          </a:p>
        </p:txBody>
      </p:sp>
      <p:sp>
        <p:nvSpPr>
          <p:cNvPr id="4" name="Text Placeholder 2"/>
          <p:cNvSpPr>
            <a:spLocks noGrp="1"/>
          </p:cNvSpPr>
          <p:nvPr>
            <p:ph type="body" sz="quarter" idx="16"/>
          </p:nvPr>
        </p:nvSpPr>
        <p:spPr>
          <a:xfrm>
            <a:off x="360363" y="1433513"/>
            <a:ext cx="1104192" cy="7559675"/>
          </a:xfrm>
          <a:solidFill>
            <a:srgbClr val="0091DA"/>
          </a:solidFill>
        </p:spPr>
        <p:txBody>
          <a:bodyPr lIns="54610" tIns="54610" rIns="54610" bIns="54610"/>
          <a:lstStyle>
            <a:lvl1pPr>
              <a:defRPr>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Text Placeholder 6"/>
          <p:cNvSpPr>
            <a:spLocks noGrp="1"/>
          </p:cNvSpPr>
          <p:nvPr>
            <p:ph type="body" sz="quarter" idx="18"/>
          </p:nvPr>
        </p:nvSpPr>
        <p:spPr>
          <a:xfrm>
            <a:off x="4111545" y="1433513"/>
            <a:ext cx="2376000" cy="7559675"/>
          </a:xfrm>
          <a:ln>
            <a:solidFill>
              <a:srgbClr val="0091DA"/>
            </a:solidFill>
          </a:ln>
        </p:spPr>
        <p:txBody>
          <a:bodyPr lIns="54610" tIns="54610" rIns="54610" bIns="5461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 name="Title 1"/>
          <p:cNvSpPr>
            <a:spLocks noGrp="1"/>
          </p:cNvSpPr>
          <p:nvPr>
            <p:ph type="title"/>
          </p:nvPr>
        </p:nvSpPr>
        <p:spPr/>
        <p:txBody>
          <a:bodyPr/>
          <a:lstStyle/>
          <a:p>
            <a:r>
              <a:rPr lang="en-US"/>
              <a:t>Click to edit Master title style</a:t>
            </a:r>
            <a:endParaRPr lang="en-GB"/>
          </a:p>
        </p:txBody>
      </p:sp>
      <p:sp>
        <p:nvSpPr>
          <p:cNvPr id="8" name="Chart Placeholder 7"/>
          <p:cNvSpPr>
            <a:spLocks noGrp="1"/>
          </p:cNvSpPr>
          <p:nvPr>
            <p:ph type="chart" sz="quarter" idx="19"/>
          </p:nvPr>
        </p:nvSpPr>
        <p:spPr>
          <a:xfrm>
            <a:off x="1597026" y="1433514"/>
            <a:ext cx="2408238" cy="3694112"/>
          </a:xfrm>
        </p:spPr>
        <p:txBody>
          <a:bodyPr/>
          <a:lstStyle/>
          <a:p>
            <a:r>
              <a:rPr lang="en-US"/>
              <a:t>Click icon to add chart</a:t>
            </a:r>
            <a:endParaRPr lang="en-GB"/>
          </a:p>
        </p:txBody>
      </p:sp>
      <p:sp>
        <p:nvSpPr>
          <p:cNvPr id="10" name="Chart Placeholder 9"/>
          <p:cNvSpPr>
            <a:spLocks noGrp="1"/>
          </p:cNvSpPr>
          <p:nvPr>
            <p:ph type="chart" sz="quarter" idx="20"/>
          </p:nvPr>
        </p:nvSpPr>
        <p:spPr>
          <a:xfrm>
            <a:off x="1597026" y="5359400"/>
            <a:ext cx="2408238" cy="3633788"/>
          </a:xfrm>
        </p:spPr>
        <p:txBody>
          <a:bodyPr/>
          <a:lstStyle/>
          <a:p>
            <a:r>
              <a:rPr lang="en-US"/>
              <a:t>Click icon to add chart</a:t>
            </a:r>
            <a:endParaRPr lang="en-GB"/>
          </a:p>
        </p:txBody>
      </p:sp>
    </p:spTree>
    <p:extLst>
      <p:ext uri="{BB962C8B-B14F-4D97-AF65-F5344CB8AC3E}">
        <p14:creationId xmlns:p14="http://schemas.microsoft.com/office/powerpoint/2010/main" val="280094383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with super title company profile">
    <p:spTree>
      <p:nvGrpSpPr>
        <p:cNvPr id="1" name=""/>
        <p:cNvGrpSpPr/>
        <p:nvPr/>
      </p:nvGrpSpPr>
      <p:grpSpPr>
        <a:xfrm>
          <a:off x="0" y="0"/>
          <a:ext cx="0" cy="0"/>
          <a:chOff x="0" y="0"/>
          <a:chExt cx="0" cy="0"/>
        </a:xfrm>
      </p:grpSpPr>
      <p:sp>
        <p:nvSpPr>
          <p:cNvPr id="6" name="Text Placeholder 4"/>
          <p:cNvSpPr>
            <a:spLocks noGrp="1"/>
          </p:cNvSpPr>
          <p:nvPr>
            <p:ph type="body" sz="quarter" idx="11" hasCustomPrompt="1"/>
          </p:nvPr>
        </p:nvSpPr>
        <p:spPr>
          <a:xfrm>
            <a:off x="362744" y="65352"/>
            <a:ext cx="6134400" cy="244400"/>
          </a:xfrm>
        </p:spPr>
        <p:txBody>
          <a:bodyPr anchor="b"/>
          <a:lstStyle>
            <a:lvl1pPr>
              <a:spcAft>
                <a:spcPts val="0"/>
              </a:spcAft>
              <a:defRPr sz="1079"/>
            </a:lvl1pPr>
          </a:lstStyle>
          <a:p>
            <a:pPr lvl="0"/>
            <a:r>
              <a:rPr lang="en-US" dirty="0"/>
              <a:t>Super title here</a:t>
            </a:r>
          </a:p>
        </p:txBody>
      </p:sp>
      <p:sp>
        <p:nvSpPr>
          <p:cNvPr id="4" name="Text Placeholder 2"/>
          <p:cNvSpPr>
            <a:spLocks noGrp="1"/>
          </p:cNvSpPr>
          <p:nvPr>
            <p:ph type="body" sz="quarter" idx="16"/>
          </p:nvPr>
        </p:nvSpPr>
        <p:spPr>
          <a:xfrm>
            <a:off x="3508050" y="4011753"/>
            <a:ext cx="2988000" cy="237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2"/>
          <p:cNvSpPr>
            <a:spLocks noGrp="1"/>
          </p:cNvSpPr>
          <p:nvPr>
            <p:ph type="body" sz="quarter" idx="17"/>
          </p:nvPr>
        </p:nvSpPr>
        <p:spPr>
          <a:xfrm>
            <a:off x="3508050" y="1433513"/>
            <a:ext cx="2988000" cy="237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 name="Title 1"/>
          <p:cNvSpPr>
            <a:spLocks noGrp="1"/>
          </p:cNvSpPr>
          <p:nvPr>
            <p:ph type="title"/>
          </p:nvPr>
        </p:nvSpPr>
        <p:spPr/>
        <p:txBody>
          <a:bodyPr/>
          <a:lstStyle/>
          <a:p>
            <a:r>
              <a:rPr lang="en-US"/>
              <a:t>Click to edit Master title style</a:t>
            </a:r>
            <a:endParaRPr lang="en-GB"/>
          </a:p>
        </p:txBody>
      </p:sp>
      <p:sp>
        <p:nvSpPr>
          <p:cNvPr id="7" name="Text Placeholder 6"/>
          <p:cNvSpPr>
            <a:spLocks noGrp="1"/>
          </p:cNvSpPr>
          <p:nvPr>
            <p:ph type="body" sz="quarter" idx="18"/>
          </p:nvPr>
        </p:nvSpPr>
        <p:spPr>
          <a:xfrm>
            <a:off x="3508050" y="6589991"/>
            <a:ext cx="2988000" cy="237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Chart Placeholder 8"/>
          <p:cNvSpPr>
            <a:spLocks noGrp="1"/>
          </p:cNvSpPr>
          <p:nvPr>
            <p:ph type="chart" sz="quarter" idx="19"/>
          </p:nvPr>
        </p:nvSpPr>
        <p:spPr>
          <a:xfrm>
            <a:off x="362743" y="4011753"/>
            <a:ext cx="2988000" cy="2376487"/>
          </a:xfrm>
        </p:spPr>
        <p:txBody>
          <a:bodyPr/>
          <a:lstStyle/>
          <a:p>
            <a:r>
              <a:rPr lang="en-US"/>
              <a:t>Click icon to add chart</a:t>
            </a:r>
            <a:endParaRPr lang="en-GB"/>
          </a:p>
        </p:txBody>
      </p:sp>
      <p:sp>
        <p:nvSpPr>
          <p:cNvPr id="11" name="Chart Placeholder 10"/>
          <p:cNvSpPr>
            <a:spLocks noGrp="1"/>
          </p:cNvSpPr>
          <p:nvPr>
            <p:ph type="chart" sz="quarter" idx="20"/>
          </p:nvPr>
        </p:nvSpPr>
        <p:spPr>
          <a:xfrm>
            <a:off x="362743" y="6589991"/>
            <a:ext cx="2988000" cy="2376000"/>
          </a:xfrm>
        </p:spPr>
        <p:txBody>
          <a:bodyPr/>
          <a:lstStyle/>
          <a:p>
            <a:r>
              <a:rPr lang="en-US"/>
              <a:t>Click icon to add chart</a:t>
            </a:r>
            <a:endParaRPr lang="en-GB"/>
          </a:p>
        </p:txBody>
      </p:sp>
    </p:spTree>
    <p:extLst>
      <p:ext uri="{BB962C8B-B14F-4D97-AF65-F5344CB8AC3E}">
        <p14:creationId xmlns:p14="http://schemas.microsoft.com/office/powerpoint/2010/main" val="288108879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PROCESS FOUR COLUMN">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360363" y="2558005"/>
            <a:ext cx="1368000" cy="6501858"/>
          </a:xfrm>
        </p:spPr>
        <p:txBody>
          <a:bodyPr/>
          <a:lstStyle>
            <a:lvl1pPr>
              <a:defRPr sz="1079"/>
            </a:lvl1pPr>
            <a:lvl2pPr>
              <a:defRPr sz="1079"/>
            </a:lvl2pPr>
            <a:lvl3pPr>
              <a:defRPr sz="1079"/>
            </a:lvl3pPr>
            <a:lvl4pPr>
              <a:defRPr sz="1079"/>
            </a:lvl4pPr>
            <a:lvl5pPr>
              <a:defRPr sz="1079"/>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8"/>
          <p:cNvSpPr>
            <a:spLocks noGrp="1"/>
          </p:cNvSpPr>
          <p:nvPr>
            <p:ph type="body" sz="quarter" idx="11"/>
          </p:nvPr>
        </p:nvSpPr>
        <p:spPr>
          <a:xfrm>
            <a:off x="1943500" y="2558005"/>
            <a:ext cx="1368000" cy="6501858"/>
          </a:xfrm>
        </p:spPr>
        <p:txBody>
          <a:bodyPr/>
          <a:lstStyle>
            <a:lvl1pPr>
              <a:defRPr sz="1079"/>
            </a:lvl1pPr>
            <a:lvl2pPr>
              <a:defRPr sz="1079"/>
            </a:lvl2pPr>
            <a:lvl3pPr>
              <a:defRPr sz="1079"/>
            </a:lvl3pPr>
            <a:lvl4pPr>
              <a:defRPr sz="1079"/>
            </a:lvl4pPr>
            <a:lvl5pPr>
              <a:defRPr sz="1079"/>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8"/>
          <p:cNvSpPr>
            <a:spLocks noGrp="1"/>
          </p:cNvSpPr>
          <p:nvPr>
            <p:ph type="body" sz="quarter" idx="12"/>
          </p:nvPr>
        </p:nvSpPr>
        <p:spPr>
          <a:xfrm>
            <a:off x="3526637" y="2558005"/>
            <a:ext cx="1368000" cy="6501858"/>
          </a:xfrm>
        </p:spPr>
        <p:txBody>
          <a:bodyPr/>
          <a:lstStyle>
            <a:lvl1pPr>
              <a:defRPr sz="1079"/>
            </a:lvl1pPr>
            <a:lvl2pPr>
              <a:defRPr sz="1079"/>
            </a:lvl2pPr>
            <a:lvl3pPr>
              <a:defRPr sz="1079"/>
            </a:lvl3pPr>
            <a:lvl4pPr>
              <a:defRPr sz="1079"/>
            </a:lvl4pPr>
            <a:lvl5pPr>
              <a:defRPr sz="1079"/>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Text Placeholder 8"/>
          <p:cNvSpPr>
            <a:spLocks noGrp="1"/>
          </p:cNvSpPr>
          <p:nvPr>
            <p:ph type="body" sz="quarter" idx="13"/>
          </p:nvPr>
        </p:nvSpPr>
        <p:spPr>
          <a:xfrm>
            <a:off x="5109774" y="2558005"/>
            <a:ext cx="1368000" cy="6501858"/>
          </a:xfrm>
        </p:spPr>
        <p:txBody>
          <a:bodyPr/>
          <a:lstStyle>
            <a:lvl1pPr>
              <a:defRPr sz="1079"/>
            </a:lvl1pPr>
            <a:lvl2pPr>
              <a:defRPr sz="1079"/>
            </a:lvl2pPr>
            <a:lvl3pPr>
              <a:defRPr sz="1079"/>
            </a:lvl3pPr>
            <a:lvl4pPr>
              <a:defRPr sz="1079"/>
            </a:lvl4pPr>
            <a:lvl5pPr>
              <a:defRPr sz="1079"/>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3" name="Text Placeholder 12"/>
          <p:cNvSpPr>
            <a:spLocks noGrp="1"/>
          </p:cNvSpPr>
          <p:nvPr>
            <p:ph type="body" sz="quarter" idx="14" hasCustomPrompt="1"/>
          </p:nvPr>
        </p:nvSpPr>
        <p:spPr>
          <a:xfrm>
            <a:off x="362744" y="1423988"/>
            <a:ext cx="1458000" cy="873600"/>
          </a:xfrm>
          <a:prstGeom prst="homePlate">
            <a:avLst>
              <a:gd name="adj" fmla="val 31970"/>
            </a:avLst>
          </a:prstGeom>
          <a:solidFill>
            <a:schemeClr val="tx2"/>
          </a:solidFill>
        </p:spPr>
        <p:txBody>
          <a:bodyPr lIns="54000" tIns="54000" rIns="54000" bIns="54000" anchor="ctr"/>
          <a:lstStyle>
            <a:lvl1pPr algn="l">
              <a:defRPr sz="1079">
                <a:solidFill>
                  <a:schemeClr val="bg1"/>
                </a:solidFill>
              </a:defRPr>
            </a:lvl1pPr>
            <a:lvl2pPr>
              <a:defRPr sz="1133">
                <a:solidFill>
                  <a:schemeClr val="bg1"/>
                </a:solidFill>
              </a:defRPr>
            </a:lvl2pPr>
            <a:lvl3pPr>
              <a:defRPr sz="1133">
                <a:solidFill>
                  <a:schemeClr val="bg1"/>
                </a:solidFill>
              </a:defRPr>
            </a:lvl3pPr>
            <a:lvl4pPr>
              <a:defRPr sz="1133">
                <a:solidFill>
                  <a:schemeClr val="bg1"/>
                </a:solidFill>
              </a:defRPr>
            </a:lvl4pPr>
            <a:lvl5pPr>
              <a:defRPr sz="1133">
                <a:solidFill>
                  <a:schemeClr val="bg1"/>
                </a:solidFill>
              </a:defRPr>
            </a:lvl5pPr>
          </a:lstStyle>
          <a:p>
            <a:pPr lvl="0"/>
            <a:r>
              <a:rPr lang="en-US" dirty="0"/>
              <a:t>Click to add text</a:t>
            </a:r>
            <a:endParaRPr lang="en-GB" dirty="0"/>
          </a:p>
        </p:txBody>
      </p:sp>
      <p:sp>
        <p:nvSpPr>
          <p:cNvPr id="15" name="Text Placeholder 12"/>
          <p:cNvSpPr>
            <a:spLocks noGrp="1"/>
          </p:cNvSpPr>
          <p:nvPr>
            <p:ph type="body" sz="quarter" idx="15" hasCustomPrompt="1"/>
          </p:nvPr>
        </p:nvSpPr>
        <p:spPr>
          <a:xfrm>
            <a:off x="1869850" y="1423988"/>
            <a:ext cx="1458000" cy="873600"/>
          </a:xfrm>
          <a:prstGeom prst="chevron">
            <a:avLst>
              <a:gd name="adj" fmla="val 31101"/>
            </a:avLst>
          </a:prstGeom>
          <a:solidFill>
            <a:schemeClr val="tx2"/>
          </a:solidFill>
        </p:spPr>
        <p:txBody>
          <a:bodyPr lIns="54000" tIns="54000" rIns="54000" bIns="54000" anchor="ctr"/>
          <a:lstStyle>
            <a:lvl1pPr algn="l">
              <a:defRPr sz="1079">
                <a:solidFill>
                  <a:schemeClr val="bg1"/>
                </a:solidFill>
              </a:defRPr>
            </a:lvl1pPr>
            <a:lvl2pPr>
              <a:defRPr sz="1133">
                <a:solidFill>
                  <a:schemeClr val="bg1"/>
                </a:solidFill>
              </a:defRPr>
            </a:lvl2pPr>
            <a:lvl3pPr>
              <a:defRPr sz="1133">
                <a:solidFill>
                  <a:schemeClr val="bg1"/>
                </a:solidFill>
              </a:defRPr>
            </a:lvl3pPr>
            <a:lvl4pPr>
              <a:defRPr sz="1133">
                <a:solidFill>
                  <a:schemeClr val="bg1"/>
                </a:solidFill>
              </a:defRPr>
            </a:lvl4pPr>
            <a:lvl5pPr>
              <a:defRPr sz="1133">
                <a:solidFill>
                  <a:schemeClr val="bg1"/>
                </a:solidFill>
              </a:defRPr>
            </a:lvl5pPr>
          </a:lstStyle>
          <a:p>
            <a:pPr lvl="0"/>
            <a:r>
              <a:rPr lang="en-US" dirty="0"/>
              <a:t>Click to add text</a:t>
            </a:r>
            <a:endParaRPr lang="en-GB" dirty="0"/>
          </a:p>
        </p:txBody>
      </p:sp>
      <p:sp>
        <p:nvSpPr>
          <p:cNvPr id="16" name="Text Placeholder 12"/>
          <p:cNvSpPr>
            <a:spLocks noGrp="1"/>
          </p:cNvSpPr>
          <p:nvPr>
            <p:ph type="body" sz="quarter" idx="16" hasCustomPrompt="1"/>
          </p:nvPr>
        </p:nvSpPr>
        <p:spPr>
          <a:xfrm>
            <a:off x="3453950" y="1423988"/>
            <a:ext cx="1458000" cy="873600"/>
          </a:xfrm>
          <a:prstGeom prst="chevron">
            <a:avLst>
              <a:gd name="adj" fmla="val 31101"/>
            </a:avLst>
          </a:prstGeom>
          <a:solidFill>
            <a:schemeClr val="tx2"/>
          </a:solidFill>
        </p:spPr>
        <p:txBody>
          <a:bodyPr lIns="54000" tIns="54000" rIns="54000" bIns="54000" anchor="ctr"/>
          <a:lstStyle>
            <a:lvl1pPr algn="l">
              <a:defRPr sz="1079">
                <a:solidFill>
                  <a:schemeClr val="bg1"/>
                </a:solidFill>
              </a:defRPr>
            </a:lvl1pPr>
            <a:lvl2pPr>
              <a:defRPr sz="1133">
                <a:solidFill>
                  <a:schemeClr val="bg1"/>
                </a:solidFill>
              </a:defRPr>
            </a:lvl2pPr>
            <a:lvl3pPr>
              <a:defRPr sz="1133">
                <a:solidFill>
                  <a:schemeClr val="bg1"/>
                </a:solidFill>
              </a:defRPr>
            </a:lvl3pPr>
            <a:lvl4pPr>
              <a:defRPr sz="1133">
                <a:solidFill>
                  <a:schemeClr val="bg1"/>
                </a:solidFill>
              </a:defRPr>
            </a:lvl4pPr>
            <a:lvl5pPr>
              <a:defRPr sz="1133">
                <a:solidFill>
                  <a:schemeClr val="bg1"/>
                </a:solidFill>
              </a:defRPr>
            </a:lvl5pPr>
          </a:lstStyle>
          <a:p>
            <a:pPr lvl="0"/>
            <a:r>
              <a:rPr lang="en-US" dirty="0"/>
              <a:t>Click to add text</a:t>
            </a:r>
            <a:endParaRPr lang="en-GB" dirty="0"/>
          </a:p>
        </p:txBody>
      </p:sp>
      <p:sp>
        <p:nvSpPr>
          <p:cNvPr id="17" name="Text Placeholder 12"/>
          <p:cNvSpPr>
            <a:spLocks noGrp="1"/>
          </p:cNvSpPr>
          <p:nvPr>
            <p:ph type="body" sz="quarter" idx="17" hasCustomPrompt="1"/>
          </p:nvPr>
        </p:nvSpPr>
        <p:spPr>
          <a:xfrm>
            <a:off x="5038050" y="1423988"/>
            <a:ext cx="1458000" cy="873600"/>
          </a:xfrm>
          <a:prstGeom prst="chevron">
            <a:avLst>
              <a:gd name="adj" fmla="val 31101"/>
            </a:avLst>
          </a:prstGeom>
          <a:solidFill>
            <a:schemeClr val="tx2"/>
          </a:solidFill>
        </p:spPr>
        <p:txBody>
          <a:bodyPr lIns="54000" tIns="54000" rIns="54000" bIns="54000" anchor="ctr"/>
          <a:lstStyle>
            <a:lvl1pPr algn="l">
              <a:defRPr sz="1079">
                <a:solidFill>
                  <a:schemeClr val="bg1"/>
                </a:solidFill>
              </a:defRPr>
            </a:lvl1pPr>
            <a:lvl2pPr>
              <a:defRPr sz="1133">
                <a:solidFill>
                  <a:schemeClr val="bg1"/>
                </a:solidFill>
              </a:defRPr>
            </a:lvl2pPr>
            <a:lvl3pPr>
              <a:defRPr sz="1133">
                <a:solidFill>
                  <a:schemeClr val="bg1"/>
                </a:solidFill>
              </a:defRPr>
            </a:lvl3pPr>
            <a:lvl4pPr>
              <a:defRPr sz="1133">
                <a:solidFill>
                  <a:schemeClr val="bg1"/>
                </a:solidFill>
              </a:defRPr>
            </a:lvl4pPr>
            <a:lvl5pPr>
              <a:defRPr sz="1133">
                <a:solidFill>
                  <a:schemeClr val="bg1"/>
                </a:solidFill>
              </a:defRPr>
            </a:lvl5pPr>
          </a:lstStyle>
          <a:p>
            <a:pPr lvl="0"/>
            <a:r>
              <a:rPr lang="en-US" dirty="0"/>
              <a:t>Click to add text</a:t>
            </a:r>
            <a:endParaRPr lang="en-GB" dirty="0"/>
          </a:p>
        </p:txBody>
      </p:sp>
      <p:sp>
        <p:nvSpPr>
          <p:cNvPr id="11" name="Text Placeholder 4"/>
          <p:cNvSpPr>
            <a:spLocks noGrp="1"/>
          </p:cNvSpPr>
          <p:nvPr>
            <p:ph type="body" sz="quarter" idx="18" hasCustomPrompt="1"/>
          </p:nvPr>
        </p:nvSpPr>
        <p:spPr>
          <a:xfrm>
            <a:off x="362744" y="65352"/>
            <a:ext cx="6133306" cy="244400"/>
          </a:xfrm>
        </p:spPr>
        <p:txBody>
          <a:bodyPr anchor="b"/>
          <a:lstStyle>
            <a:lvl1pPr>
              <a:spcAft>
                <a:spcPts val="0"/>
              </a:spcAft>
              <a:defRPr sz="971"/>
            </a:lvl1pPr>
          </a:lstStyle>
          <a:p>
            <a:pPr lvl="0"/>
            <a:r>
              <a:rPr lang="en-US" dirty="0"/>
              <a:t>Super title here</a:t>
            </a:r>
          </a:p>
        </p:txBody>
      </p:sp>
      <p:sp>
        <p:nvSpPr>
          <p:cNvPr id="2" name="Title 1"/>
          <p:cNvSpPr>
            <a:spLocks noGrp="1"/>
          </p:cNvSpPr>
          <p:nvPr>
            <p:ph type="title"/>
          </p:nvPr>
        </p:nvSpPr>
        <p:spPr/>
        <p:txBody>
          <a:bodyPr/>
          <a:lstStyle/>
          <a:p>
            <a:r>
              <a:rPr lang="en-US"/>
              <a:t>Click to edit Master title style</a:t>
            </a:r>
            <a:endParaRPr lang="en-GB" dirty="0"/>
          </a:p>
        </p:txBody>
      </p:sp>
    </p:spTree>
    <p:extLst>
      <p:ext uri="{BB962C8B-B14F-4D97-AF65-F5344CB8AC3E}">
        <p14:creationId xmlns:p14="http://schemas.microsoft.com/office/powerpoint/2010/main" val="22129493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QUAD WITH CENTER">
    <p:spTree>
      <p:nvGrpSpPr>
        <p:cNvPr id="1" name=""/>
        <p:cNvGrpSpPr/>
        <p:nvPr/>
      </p:nvGrpSpPr>
      <p:grpSpPr>
        <a:xfrm>
          <a:off x="0" y="0"/>
          <a:ext cx="0" cy="0"/>
          <a:chOff x="0" y="0"/>
          <a:chExt cx="0" cy="0"/>
        </a:xfrm>
      </p:grpSpPr>
      <p:sp>
        <p:nvSpPr>
          <p:cNvPr id="5" name="Text Placeholder 8"/>
          <p:cNvSpPr>
            <a:spLocks noGrp="1"/>
          </p:cNvSpPr>
          <p:nvPr>
            <p:ph type="body" sz="quarter" idx="12"/>
          </p:nvPr>
        </p:nvSpPr>
        <p:spPr>
          <a:xfrm>
            <a:off x="4083850" y="6394366"/>
            <a:ext cx="2405850" cy="2584472"/>
          </a:xfrm>
          <a:ln w="12700">
            <a:solidFill>
              <a:schemeClr val="tx2"/>
            </a:solidFill>
          </a:ln>
        </p:spPr>
        <p:txBody>
          <a:bodyPr lIns="54000" tIns="54000" rIns="54000" bIns="54000"/>
          <a:lstStyle>
            <a:lvl1pPr>
              <a:defRPr sz="1079"/>
            </a:lvl1pPr>
            <a:lvl2pPr>
              <a:defRPr sz="1079"/>
            </a:lvl2pPr>
            <a:lvl3pPr>
              <a:defRPr sz="1079"/>
            </a:lvl3pPr>
            <a:lvl4pPr>
              <a:defRPr sz="1079"/>
            </a:lvl4pPr>
            <a:lvl5pPr>
              <a:defRPr sz="1079"/>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Text Placeholder 8"/>
          <p:cNvSpPr>
            <a:spLocks noGrp="1"/>
          </p:cNvSpPr>
          <p:nvPr>
            <p:ph type="body" sz="quarter" idx="13"/>
          </p:nvPr>
        </p:nvSpPr>
        <p:spPr>
          <a:xfrm>
            <a:off x="4083850" y="1765248"/>
            <a:ext cx="2405850" cy="2594567"/>
          </a:xfrm>
          <a:ln w="12700">
            <a:solidFill>
              <a:schemeClr val="tx2"/>
            </a:solidFill>
          </a:ln>
        </p:spPr>
        <p:txBody>
          <a:bodyPr lIns="54000" tIns="54000" rIns="54000" bIns="54000"/>
          <a:lstStyle>
            <a:lvl1pPr>
              <a:defRPr sz="1079"/>
            </a:lvl1pPr>
            <a:lvl2pPr>
              <a:defRPr sz="1079"/>
            </a:lvl2pPr>
            <a:lvl3pPr>
              <a:defRPr sz="1079"/>
            </a:lvl3pPr>
            <a:lvl4pPr>
              <a:defRPr sz="1079"/>
            </a:lvl4pPr>
            <a:lvl5pPr>
              <a:defRPr sz="1079"/>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3" name="Text Placeholder 12"/>
          <p:cNvSpPr>
            <a:spLocks noGrp="1"/>
          </p:cNvSpPr>
          <p:nvPr>
            <p:ph type="body" sz="quarter" idx="14" hasCustomPrompt="1"/>
          </p:nvPr>
        </p:nvSpPr>
        <p:spPr>
          <a:xfrm>
            <a:off x="2885031" y="4637663"/>
            <a:ext cx="1080000" cy="1170000"/>
          </a:xfrm>
          <a:prstGeom prst="ellipse">
            <a:avLst/>
          </a:prstGeom>
          <a:solidFill>
            <a:schemeClr val="accent1"/>
          </a:solidFill>
        </p:spPr>
        <p:txBody>
          <a:bodyPr lIns="54000" tIns="54000" rIns="54000" bIns="54000" anchor="ctr"/>
          <a:lstStyle>
            <a:lvl1pPr algn="ctr">
              <a:defRPr sz="1079">
                <a:solidFill>
                  <a:schemeClr val="bg1"/>
                </a:solidFill>
              </a:defRPr>
            </a:lvl1pPr>
            <a:lvl2pPr>
              <a:defRPr sz="1133">
                <a:solidFill>
                  <a:schemeClr val="bg1"/>
                </a:solidFill>
              </a:defRPr>
            </a:lvl2pPr>
            <a:lvl3pPr>
              <a:defRPr sz="1133">
                <a:solidFill>
                  <a:schemeClr val="bg1"/>
                </a:solidFill>
              </a:defRPr>
            </a:lvl3pPr>
            <a:lvl4pPr>
              <a:defRPr sz="1133">
                <a:solidFill>
                  <a:schemeClr val="bg1"/>
                </a:solidFill>
              </a:defRPr>
            </a:lvl4pPr>
            <a:lvl5pPr>
              <a:defRPr sz="1133">
                <a:solidFill>
                  <a:schemeClr val="bg1"/>
                </a:solidFill>
              </a:defRPr>
            </a:lvl5pPr>
          </a:lstStyle>
          <a:p>
            <a:pPr lvl="0"/>
            <a:r>
              <a:rPr lang="en-US" dirty="0"/>
              <a:t>Click to add text</a:t>
            </a:r>
            <a:endParaRPr lang="en-GB" dirty="0"/>
          </a:p>
        </p:txBody>
      </p:sp>
      <p:sp>
        <p:nvSpPr>
          <p:cNvPr id="11" name="Text Placeholder 8"/>
          <p:cNvSpPr>
            <a:spLocks noGrp="1"/>
          </p:cNvSpPr>
          <p:nvPr>
            <p:ph type="body" sz="quarter" idx="15"/>
          </p:nvPr>
        </p:nvSpPr>
        <p:spPr>
          <a:xfrm>
            <a:off x="4083850" y="1435045"/>
            <a:ext cx="2405850" cy="322400"/>
          </a:xfrm>
          <a:solidFill>
            <a:schemeClr val="tx2"/>
          </a:solidFill>
          <a:ln w="12700">
            <a:solidFill>
              <a:schemeClr val="tx2"/>
            </a:solidFill>
          </a:ln>
        </p:spPr>
        <p:txBody>
          <a:bodyPr lIns="54000" tIns="54000" rIns="54000" bIns="54000" anchor="ctr"/>
          <a:lstStyle>
            <a:lvl1pPr>
              <a:defRPr sz="1079">
                <a:solidFill>
                  <a:schemeClr val="bg1"/>
                </a:solidFill>
              </a:defRPr>
            </a:lvl1pPr>
            <a:lvl2pPr>
              <a:defRPr sz="1133"/>
            </a:lvl2pPr>
            <a:lvl3pPr>
              <a:defRPr sz="1133"/>
            </a:lvl3pPr>
            <a:lvl4pPr>
              <a:defRPr sz="1133"/>
            </a:lvl4pPr>
            <a:lvl5pPr>
              <a:defRPr sz="1133"/>
            </a:lvl5pPr>
          </a:lstStyle>
          <a:p>
            <a:pPr lvl="0"/>
            <a:r>
              <a:rPr lang="en-US"/>
              <a:t>Click to edit Master text styles</a:t>
            </a:r>
          </a:p>
        </p:txBody>
      </p:sp>
      <p:sp>
        <p:nvSpPr>
          <p:cNvPr id="12" name="Text Placeholder 8"/>
          <p:cNvSpPr>
            <a:spLocks noGrp="1"/>
          </p:cNvSpPr>
          <p:nvPr>
            <p:ph type="body" sz="quarter" idx="16"/>
          </p:nvPr>
        </p:nvSpPr>
        <p:spPr>
          <a:xfrm>
            <a:off x="4083850" y="6066046"/>
            <a:ext cx="2405850" cy="322400"/>
          </a:xfrm>
          <a:solidFill>
            <a:schemeClr val="tx2"/>
          </a:solidFill>
          <a:ln w="12700">
            <a:solidFill>
              <a:schemeClr val="tx2"/>
            </a:solidFill>
          </a:ln>
        </p:spPr>
        <p:txBody>
          <a:bodyPr lIns="54000" tIns="54000" rIns="54000" bIns="54000" anchor="ctr"/>
          <a:lstStyle>
            <a:lvl1pPr>
              <a:defRPr sz="1079">
                <a:solidFill>
                  <a:schemeClr val="bg1"/>
                </a:solidFill>
              </a:defRPr>
            </a:lvl1pPr>
            <a:lvl2pPr>
              <a:defRPr sz="1133"/>
            </a:lvl2pPr>
            <a:lvl3pPr>
              <a:defRPr sz="1133"/>
            </a:lvl3pPr>
            <a:lvl4pPr>
              <a:defRPr sz="1133"/>
            </a:lvl4pPr>
            <a:lvl5pPr>
              <a:defRPr sz="1133"/>
            </a:lvl5pPr>
          </a:lstStyle>
          <a:p>
            <a:pPr lvl="0"/>
            <a:r>
              <a:rPr lang="en-US"/>
              <a:t>Click to edit Master text styles</a:t>
            </a:r>
          </a:p>
        </p:txBody>
      </p:sp>
      <p:sp>
        <p:nvSpPr>
          <p:cNvPr id="14" name="Text Placeholder 8"/>
          <p:cNvSpPr>
            <a:spLocks noGrp="1"/>
          </p:cNvSpPr>
          <p:nvPr>
            <p:ph type="body" sz="quarter" idx="17"/>
          </p:nvPr>
        </p:nvSpPr>
        <p:spPr>
          <a:xfrm>
            <a:off x="360363" y="6394366"/>
            <a:ext cx="2405850" cy="2584472"/>
          </a:xfrm>
          <a:ln w="12700">
            <a:solidFill>
              <a:schemeClr val="tx2"/>
            </a:solidFill>
          </a:ln>
        </p:spPr>
        <p:txBody>
          <a:bodyPr lIns="54000" tIns="54000" rIns="54000" bIns="54000"/>
          <a:lstStyle>
            <a:lvl1pPr>
              <a:defRPr sz="1079"/>
            </a:lvl1pPr>
            <a:lvl2pPr>
              <a:defRPr sz="1079"/>
            </a:lvl2pPr>
            <a:lvl3pPr>
              <a:defRPr sz="1079"/>
            </a:lvl3pPr>
            <a:lvl4pPr>
              <a:defRPr sz="1079"/>
            </a:lvl4pPr>
            <a:lvl5pPr>
              <a:defRPr sz="1079"/>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8" name="Text Placeholder 8"/>
          <p:cNvSpPr>
            <a:spLocks noGrp="1"/>
          </p:cNvSpPr>
          <p:nvPr>
            <p:ph type="body" sz="quarter" idx="18"/>
          </p:nvPr>
        </p:nvSpPr>
        <p:spPr>
          <a:xfrm>
            <a:off x="360363" y="6066046"/>
            <a:ext cx="2405850" cy="322400"/>
          </a:xfrm>
          <a:solidFill>
            <a:schemeClr val="tx2"/>
          </a:solidFill>
          <a:ln w="12700">
            <a:solidFill>
              <a:schemeClr val="tx2"/>
            </a:solidFill>
          </a:ln>
        </p:spPr>
        <p:txBody>
          <a:bodyPr lIns="54000" tIns="54000" rIns="54000" bIns="54000" anchor="ctr"/>
          <a:lstStyle>
            <a:lvl1pPr>
              <a:defRPr sz="1079">
                <a:solidFill>
                  <a:schemeClr val="bg1"/>
                </a:solidFill>
              </a:defRPr>
            </a:lvl1pPr>
            <a:lvl2pPr>
              <a:defRPr sz="1133"/>
            </a:lvl2pPr>
            <a:lvl3pPr>
              <a:defRPr sz="1133"/>
            </a:lvl3pPr>
            <a:lvl4pPr>
              <a:defRPr sz="1133"/>
            </a:lvl4pPr>
            <a:lvl5pPr>
              <a:defRPr sz="1133"/>
            </a:lvl5pPr>
          </a:lstStyle>
          <a:p>
            <a:pPr lvl="0"/>
            <a:r>
              <a:rPr lang="en-US"/>
              <a:t>Click to edit Master text styles</a:t>
            </a:r>
          </a:p>
        </p:txBody>
      </p:sp>
      <p:sp>
        <p:nvSpPr>
          <p:cNvPr id="19" name="Text Placeholder 8"/>
          <p:cNvSpPr>
            <a:spLocks noGrp="1"/>
          </p:cNvSpPr>
          <p:nvPr>
            <p:ph type="body" sz="quarter" idx="19"/>
          </p:nvPr>
        </p:nvSpPr>
        <p:spPr>
          <a:xfrm>
            <a:off x="360363" y="1765248"/>
            <a:ext cx="2405850" cy="2594567"/>
          </a:xfrm>
          <a:ln w="12700">
            <a:solidFill>
              <a:schemeClr val="tx2"/>
            </a:solidFill>
          </a:ln>
        </p:spPr>
        <p:txBody>
          <a:bodyPr lIns="54000" tIns="54000" rIns="54000" bIns="54000"/>
          <a:lstStyle>
            <a:lvl1pPr>
              <a:defRPr sz="1079"/>
            </a:lvl1pPr>
            <a:lvl2pPr>
              <a:defRPr sz="1079"/>
            </a:lvl2pPr>
            <a:lvl3pPr>
              <a:defRPr sz="1079"/>
            </a:lvl3pPr>
            <a:lvl4pPr>
              <a:defRPr sz="1079"/>
            </a:lvl4pPr>
            <a:lvl5pPr>
              <a:defRPr sz="1079"/>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0" name="Text Placeholder 8"/>
          <p:cNvSpPr>
            <a:spLocks noGrp="1"/>
          </p:cNvSpPr>
          <p:nvPr>
            <p:ph type="body" sz="quarter" idx="20"/>
          </p:nvPr>
        </p:nvSpPr>
        <p:spPr>
          <a:xfrm>
            <a:off x="360363" y="1435045"/>
            <a:ext cx="2405850" cy="322400"/>
          </a:xfrm>
          <a:solidFill>
            <a:schemeClr val="tx2"/>
          </a:solidFill>
          <a:ln w="12700">
            <a:solidFill>
              <a:schemeClr val="tx2"/>
            </a:solidFill>
          </a:ln>
        </p:spPr>
        <p:txBody>
          <a:bodyPr lIns="54000" tIns="54000" rIns="54000" bIns="54000" anchor="ctr"/>
          <a:lstStyle>
            <a:lvl1pPr>
              <a:defRPr sz="1079">
                <a:solidFill>
                  <a:schemeClr val="bg1"/>
                </a:solidFill>
              </a:defRPr>
            </a:lvl1pPr>
            <a:lvl2pPr>
              <a:defRPr sz="1133"/>
            </a:lvl2pPr>
            <a:lvl3pPr>
              <a:defRPr sz="1133"/>
            </a:lvl3pPr>
            <a:lvl4pPr>
              <a:defRPr sz="1133"/>
            </a:lvl4pPr>
            <a:lvl5pPr>
              <a:defRPr sz="1133"/>
            </a:lvl5pPr>
          </a:lstStyle>
          <a:p>
            <a:pPr lvl="0"/>
            <a:r>
              <a:rPr lang="en-US"/>
              <a:t>Click to edit Master text styles</a:t>
            </a:r>
          </a:p>
        </p:txBody>
      </p:sp>
      <p:sp>
        <p:nvSpPr>
          <p:cNvPr id="3" name="Right Arrow 2"/>
          <p:cNvSpPr/>
          <p:nvPr userDrawn="1"/>
        </p:nvSpPr>
        <p:spPr>
          <a:xfrm rot="2655894">
            <a:off x="2647947" y="4439271"/>
            <a:ext cx="286200" cy="546000"/>
          </a:xfrm>
          <a:prstGeom prst="rightArrow">
            <a:avLst>
              <a:gd name="adj1" fmla="val 65119"/>
              <a:gd name="adj2"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3700" tIns="43700" rIns="43700" bIns="43700" numCol="1" spcCol="0" rtlCol="0" fromWordArt="0" anchor="ctr" anchorCtr="0" forceAA="0" compatLnSpc="1">
            <a:prstTxWarp prst="textNoShape">
              <a:avLst/>
            </a:prstTxWarp>
            <a:noAutofit/>
          </a:bodyPr>
          <a:lstStyle/>
          <a:p>
            <a:pPr algn="l"/>
            <a:endParaRPr lang="en-GB" sz="1079" dirty="0">
              <a:solidFill>
                <a:schemeClr val="bg1"/>
              </a:solidFill>
            </a:endParaRPr>
          </a:p>
        </p:txBody>
      </p:sp>
      <p:sp>
        <p:nvSpPr>
          <p:cNvPr id="21" name="Right Arrow 20"/>
          <p:cNvSpPr/>
          <p:nvPr userDrawn="1"/>
        </p:nvSpPr>
        <p:spPr>
          <a:xfrm rot="18944106" flipH="1">
            <a:off x="3940751" y="4439271"/>
            <a:ext cx="286200" cy="546000"/>
          </a:xfrm>
          <a:prstGeom prst="rightArrow">
            <a:avLst>
              <a:gd name="adj1" fmla="val 65119"/>
              <a:gd name="adj2"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3700" tIns="43700" rIns="43700" bIns="43700" numCol="1" spcCol="0" rtlCol="0" fromWordArt="0" anchor="ctr" anchorCtr="0" forceAA="0" compatLnSpc="1">
            <a:prstTxWarp prst="textNoShape">
              <a:avLst/>
            </a:prstTxWarp>
            <a:noAutofit/>
          </a:bodyPr>
          <a:lstStyle/>
          <a:p>
            <a:pPr algn="l"/>
            <a:endParaRPr lang="en-GB" sz="1079" dirty="0">
              <a:solidFill>
                <a:schemeClr val="bg1"/>
              </a:solidFill>
            </a:endParaRPr>
          </a:p>
        </p:txBody>
      </p:sp>
      <p:sp>
        <p:nvSpPr>
          <p:cNvPr id="22" name="Right Arrow 21"/>
          <p:cNvSpPr/>
          <p:nvPr userDrawn="1"/>
        </p:nvSpPr>
        <p:spPr>
          <a:xfrm rot="18944106" flipV="1">
            <a:off x="2647947" y="5460054"/>
            <a:ext cx="286200" cy="546000"/>
          </a:xfrm>
          <a:prstGeom prst="rightArrow">
            <a:avLst>
              <a:gd name="adj1" fmla="val 65119"/>
              <a:gd name="adj2"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3700" tIns="43700" rIns="43700" bIns="43700" numCol="1" spcCol="0" rtlCol="0" fromWordArt="0" anchor="ctr" anchorCtr="0" forceAA="0" compatLnSpc="1">
            <a:prstTxWarp prst="textNoShape">
              <a:avLst/>
            </a:prstTxWarp>
            <a:noAutofit/>
          </a:bodyPr>
          <a:lstStyle/>
          <a:p>
            <a:pPr algn="l"/>
            <a:endParaRPr lang="en-GB" sz="1079" dirty="0">
              <a:solidFill>
                <a:schemeClr val="bg1"/>
              </a:solidFill>
            </a:endParaRPr>
          </a:p>
        </p:txBody>
      </p:sp>
      <p:sp>
        <p:nvSpPr>
          <p:cNvPr id="23" name="Right Arrow 22"/>
          <p:cNvSpPr/>
          <p:nvPr userDrawn="1"/>
        </p:nvSpPr>
        <p:spPr>
          <a:xfrm rot="2655894" flipH="1" flipV="1">
            <a:off x="3940751" y="5460054"/>
            <a:ext cx="286200" cy="546000"/>
          </a:xfrm>
          <a:prstGeom prst="rightArrow">
            <a:avLst>
              <a:gd name="adj1" fmla="val 65119"/>
              <a:gd name="adj2"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3700" tIns="43700" rIns="43700" bIns="43700" numCol="1" spcCol="0" rtlCol="0" fromWordArt="0" anchor="ctr" anchorCtr="0" forceAA="0" compatLnSpc="1">
            <a:prstTxWarp prst="textNoShape">
              <a:avLst/>
            </a:prstTxWarp>
            <a:noAutofit/>
          </a:bodyPr>
          <a:lstStyle/>
          <a:p>
            <a:pPr algn="l"/>
            <a:endParaRPr lang="en-GB" sz="1079" dirty="0">
              <a:solidFill>
                <a:schemeClr val="bg1"/>
              </a:solidFill>
            </a:endParaRPr>
          </a:p>
        </p:txBody>
      </p:sp>
      <p:sp>
        <p:nvSpPr>
          <p:cNvPr id="4" name="Title 3"/>
          <p:cNvSpPr>
            <a:spLocks noGrp="1"/>
          </p:cNvSpPr>
          <p:nvPr>
            <p:ph type="title"/>
          </p:nvPr>
        </p:nvSpPr>
        <p:spPr/>
        <p:txBody>
          <a:bodyPr/>
          <a:lstStyle/>
          <a:p>
            <a:r>
              <a:rPr lang="en-US"/>
              <a:t>Click to edit Master title style</a:t>
            </a:r>
            <a:endParaRPr lang="en-GB" dirty="0"/>
          </a:p>
        </p:txBody>
      </p:sp>
      <p:sp>
        <p:nvSpPr>
          <p:cNvPr id="17" name="Text Placeholder 4"/>
          <p:cNvSpPr>
            <a:spLocks noGrp="1"/>
          </p:cNvSpPr>
          <p:nvPr>
            <p:ph type="body" sz="quarter" idx="21" hasCustomPrompt="1"/>
          </p:nvPr>
        </p:nvSpPr>
        <p:spPr>
          <a:xfrm>
            <a:off x="362744" y="65352"/>
            <a:ext cx="6126956" cy="244400"/>
          </a:xfrm>
        </p:spPr>
        <p:txBody>
          <a:bodyPr anchor="b"/>
          <a:lstStyle>
            <a:lvl1pPr>
              <a:spcAft>
                <a:spcPts val="0"/>
              </a:spcAft>
              <a:defRPr sz="971"/>
            </a:lvl1pPr>
          </a:lstStyle>
          <a:p>
            <a:pPr lvl="0"/>
            <a:r>
              <a:rPr lang="en-US" dirty="0"/>
              <a:t>Super title here</a:t>
            </a:r>
          </a:p>
        </p:txBody>
      </p:sp>
    </p:spTree>
    <p:extLst>
      <p:ext uri="{BB962C8B-B14F-4D97-AF65-F5344CB8AC3E}">
        <p14:creationId xmlns:p14="http://schemas.microsoft.com/office/powerpoint/2010/main" val="102933854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idebar with super title Summary Financials">
    <p:spTree>
      <p:nvGrpSpPr>
        <p:cNvPr id="1" name=""/>
        <p:cNvGrpSpPr/>
        <p:nvPr/>
      </p:nvGrpSpPr>
      <p:grpSpPr>
        <a:xfrm>
          <a:off x="0" y="0"/>
          <a:ext cx="0" cy="0"/>
          <a:chOff x="0" y="0"/>
          <a:chExt cx="0" cy="0"/>
        </a:xfrm>
      </p:grpSpPr>
      <p:sp>
        <p:nvSpPr>
          <p:cNvPr id="6" name="Text Placeholder 4"/>
          <p:cNvSpPr>
            <a:spLocks noGrp="1"/>
          </p:cNvSpPr>
          <p:nvPr>
            <p:ph type="body" sz="quarter" idx="11" hasCustomPrompt="1"/>
          </p:nvPr>
        </p:nvSpPr>
        <p:spPr>
          <a:xfrm>
            <a:off x="362744" y="65352"/>
            <a:ext cx="6134400" cy="244400"/>
          </a:xfrm>
        </p:spPr>
        <p:txBody>
          <a:bodyPr anchor="b"/>
          <a:lstStyle>
            <a:lvl1pPr>
              <a:spcAft>
                <a:spcPts val="0"/>
              </a:spcAft>
              <a:defRPr sz="1079"/>
            </a:lvl1pPr>
          </a:lstStyle>
          <a:p>
            <a:pPr lvl="0"/>
            <a:r>
              <a:rPr lang="en-US" dirty="0"/>
              <a:t>Super title here</a:t>
            </a:r>
          </a:p>
        </p:txBody>
      </p:sp>
      <p:sp>
        <p:nvSpPr>
          <p:cNvPr id="3" name="Title 2"/>
          <p:cNvSpPr>
            <a:spLocks noGrp="1"/>
          </p:cNvSpPr>
          <p:nvPr>
            <p:ph type="title"/>
          </p:nvPr>
        </p:nvSpPr>
        <p:spPr/>
        <p:txBody>
          <a:bodyPr/>
          <a:lstStyle/>
          <a:p>
            <a:r>
              <a:rPr lang="en-US"/>
              <a:t>Click to edit Master title style</a:t>
            </a:r>
            <a:endParaRPr lang="en-GB" dirty="0"/>
          </a:p>
        </p:txBody>
      </p:sp>
      <p:sp>
        <p:nvSpPr>
          <p:cNvPr id="4" name="Text Placeholder 2"/>
          <p:cNvSpPr>
            <a:spLocks noGrp="1"/>
          </p:cNvSpPr>
          <p:nvPr>
            <p:ph type="body" sz="quarter" idx="16"/>
          </p:nvPr>
        </p:nvSpPr>
        <p:spPr>
          <a:xfrm>
            <a:off x="360363" y="1433513"/>
            <a:ext cx="1104192" cy="7559675"/>
          </a:xfrm>
          <a:solidFill>
            <a:srgbClr val="0091DA"/>
          </a:solidFill>
        </p:spPr>
        <p:txBody>
          <a:bodyPr lIns="54610" tIns="54610" rIns="54610" bIns="54610"/>
          <a:lstStyle>
            <a:lvl1pPr>
              <a:defRPr>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Chart Placeholder 4"/>
          <p:cNvSpPr>
            <a:spLocks noGrp="1"/>
          </p:cNvSpPr>
          <p:nvPr>
            <p:ph type="chart" sz="quarter" idx="17"/>
          </p:nvPr>
        </p:nvSpPr>
        <p:spPr>
          <a:xfrm>
            <a:off x="1597306" y="5359078"/>
            <a:ext cx="4898744" cy="3634110"/>
          </a:xfrm>
        </p:spPr>
        <p:txBody>
          <a:bodyPr/>
          <a:lstStyle/>
          <a:p>
            <a:r>
              <a:rPr lang="en-US"/>
              <a:t>Click icon to add chart</a:t>
            </a:r>
            <a:endParaRPr lang="en-GB"/>
          </a:p>
        </p:txBody>
      </p:sp>
    </p:spTree>
    <p:extLst>
      <p:ext uri="{BB962C8B-B14F-4D97-AF65-F5344CB8AC3E}">
        <p14:creationId xmlns:p14="http://schemas.microsoft.com/office/powerpoint/2010/main" val="350497252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 COLUMN BLUE">
    <p:spTree>
      <p:nvGrpSpPr>
        <p:cNvPr id="1" name=""/>
        <p:cNvGrpSpPr/>
        <p:nvPr/>
      </p:nvGrpSpPr>
      <p:grpSpPr>
        <a:xfrm>
          <a:off x="0" y="0"/>
          <a:ext cx="0" cy="0"/>
          <a:chOff x="0" y="0"/>
          <a:chExt cx="0" cy="0"/>
        </a:xfrm>
      </p:grpSpPr>
      <p:sp>
        <p:nvSpPr>
          <p:cNvPr id="19" name="Text Placeholder 8"/>
          <p:cNvSpPr>
            <a:spLocks noGrp="1"/>
          </p:cNvSpPr>
          <p:nvPr>
            <p:ph type="body" sz="quarter" idx="19"/>
          </p:nvPr>
        </p:nvSpPr>
        <p:spPr>
          <a:xfrm>
            <a:off x="360363" y="1757424"/>
            <a:ext cx="2997200" cy="7292075"/>
          </a:xfrm>
          <a:ln w="6350">
            <a:solidFill>
              <a:schemeClr val="tx2"/>
            </a:solidFill>
          </a:ln>
        </p:spPr>
        <p:txBody>
          <a:bodyPr lIns="54000" tIns="54000" rIns="54000" bIns="54000"/>
          <a:lstStyle>
            <a:lvl1pPr>
              <a:defRPr sz="1079"/>
            </a:lvl1pPr>
            <a:lvl2pPr>
              <a:defRPr sz="1079"/>
            </a:lvl2pPr>
            <a:lvl3pPr>
              <a:defRPr sz="1079"/>
            </a:lvl3pPr>
            <a:lvl4pPr>
              <a:defRPr sz="1079"/>
            </a:lvl4pPr>
            <a:lvl5pPr>
              <a:defRPr sz="1079"/>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0" name="Text Placeholder 8"/>
          <p:cNvSpPr>
            <a:spLocks noGrp="1"/>
          </p:cNvSpPr>
          <p:nvPr>
            <p:ph type="body" sz="quarter" idx="20"/>
          </p:nvPr>
        </p:nvSpPr>
        <p:spPr>
          <a:xfrm>
            <a:off x="360363" y="1424661"/>
            <a:ext cx="2997200" cy="322400"/>
          </a:xfrm>
          <a:solidFill>
            <a:schemeClr val="tx2"/>
          </a:solidFill>
          <a:ln w="6350">
            <a:solidFill>
              <a:schemeClr val="tx2"/>
            </a:solidFill>
          </a:ln>
        </p:spPr>
        <p:txBody>
          <a:bodyPr lIns="54000" tIns="54000" rIns="54000" bIns="54000" anchor="ctr"/>
          <a:lstStyle>
            <a:lvl1pPr>
              <a:defRPr sz="1079">
                <a:solidFill>
                  <a:schemeClr val="bg1"/>
                </a:solidFill>
              </a:defRPr>
            </a:lvl1pPr>
            <a:lvl2pPr>
              <a:defRPr sz="1133"/>
            </a:lvl2pPr>
            <a:lvl3pPr>
              <a:defRPr sz="1133"/>
            </a:lvl3pPr>
            <a:lvl4pPr>
              <a:defRPr sz="1133"/>
            </a:lvl4pPr>
            <a:lvl5pPr>
              <a:defRPr sz="1133"/>
            </a:lvl5pPr>
          </a:lstStyle>
          <a:p>
            <a:pPr lvl="0"/>
            <a:r>
              <a:rPr lang="en-US"/>
              <a:t>Click to edit Master text styles</a:t>
            </a:r>
          </a:p>
        </p:txBody>
      </p:sp>
      <p:sp>
        <p:nvSpPr>
          <p:cNvPr id="16" name="Text Placeholder 8"/>
          <p:cNvSpPr>
            <a:spLocks noGrp="1"/>
          </p:cNvSpPr>
          <p:nvPr>
            <p:ph type="body" sz="quarter" idx="21"/>
          </p:nvPr>
        </p:nvSpPr>
        <p:spPr>
          <a:xfrm>
            <a:off x="3500438" y="1757424"/>
            <a:ext cx="2989262" cy="7292075"/>
          </a:xfrm>
          <a:ln w="6350">
            <a:solidFill>
              <a:schemeClr val="tx2"/>
            </a:solidFill>
          </a:ln>
        </p:spPr>
        <p:txBody>
          <a:bodyPr lIns="54000" tIns="54000" rIns="54000" bIns="54000"/>
          <a:lstStyle>
            <a:lvl1pPr>
              <a:defRPr sz="1079"/>
            </a:lvl1pPr>
            <a:lvl2pPr>
              <a:defRPr sz="1079"/>
            </a:lvl2pPr>
            <a:lvl3pPr>
              <a:defRPr sz="1079"/>
            </a:lvl3pPr>
            <a:lvl4pPr>
              <a:defRPr sz="1079"/>
            </a:lvl4pPr>
            <a:lvl5pPr>
              <a:defRPr sz="1079"/>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7" name="Text Placeholder 8"/>
          <p:cNvSpPr>
            <a:spLocks noGrp="1"/>
          </p:cNvSpPr>
          <p:nvPr>
            <p:ph type="body" sz="quarter" idx="22"/>
          </p:nvPr>
        </p:nvSpPr>
        <p:spPr>
          <a:xfrm>
            <a:off x="3500438" y="1424661"/>
            <a:ext cx="2989262" cy="322400"/>
          </a:xfrm>
          <a:solidFill>
            <a:schemeClr val="tx2"/>
          </a:solidFill>
          <a:ln w="6350">
            <a:solidFill>
              <a:schemeClr val="tx2"/>
            </a:solidFill>
          </a:ln>
        </p:spPr>
        <p:txBody>
          <a:bodyPr lIns="54000" tIns="54000" rIns="54000" bIns="54000" anchor="ctr"/>
          <a:lstStyle>
            <a:lvl1pPr>
              <a:defRPr sz="1079">
                <a:solidFill>
                  <a:schemeClr val="bg1"/>
                </a:solidFill>
              </a:defRPr>
            </a:lvl1pPr>
            <a:lvl2pPr>
              <a:defRPr sz="1133"/>
            </a:lvl2pPr>
            <a:lvl3pPr>
              <a:defRPr sz="1133"/>
            </a:lvl3pPr>
            <a:lvl4pPr>
              <a:defRPr sz="1133"/>
            </a:lvl4pPr>
            <a:lvl5pPr>
              <a:defRPr sz="1133"/>
            </a:lvl5pPr>
          </a:lstStyle>
          <a:p>
            <a:pPr lvl="0"/>
            <a:r>
              <a:rPr lang="en-US"/>
              <a:t>Click to edit Master text styles</a:t>
            </a:r>
          </a:p>
        </p:txBody>
      </p:sp>
      <p:sp>
        <p:nvSpPr>
          <p:cNvPr id="3" name="Title 2"/>
          <p:cNvSpPr>
            <a:spLocks noGrp="1"/>
          </p:cNvSpPr>
          <p:nvPr>
            <p:ph type="title"/>
          </p:nvPr>
        </p:nvSpPr>
        <p:spPr/>
        <p:txBody>
          <a:bodyPr/>
          <a:lstStyle/>
          <a:p>
            <a:r>
              <a:rPr lang="en-US"/>
              <a:t>Click to edit Master title style</a:t>
            </a:r>
            <a:endParaRPr lang="en-GB" dirty="0"/>
          </a:p>
        </p:txBody>
      </p:sp>
      <p:sp>
        <p:nvSpPr>
          <p:cNvPr id="8" name="Text Placeholder 4"/>
          <p:cNvSpPr>
            <a:spLocks noGrp="1"/>
          </p:cNvSpPr>
          <p:nvPr>
            <p:ph type="body" sz="quarter" idx="12" hasCustomPrompt="1"/>
          </p:nvPr>
        </p:nvSpPr>
        <p:spPr>
          <a:xfrm>
            <a:off x="362744" y="65352"/>
            <a:ext cx="6133306" cy="244400"/>
          </a:xfrm>
        </p:spPr>
        <p:txBody>
          <a:bodyPr anchor="b"/>
          <a:lstStyle>
            <a:lvl1pPr>
              <a:spcAft>
                <a:spcPts val="0"/>
              </a:spcAft>
              <a:defRPr sz="971"/>
            </a:lvl1pPr>
          </a:lstStyle>
          <a:p>
            <a:pPr lvl="0"/>
            <a:r>
              <a:rPr lang="en-US" dirty="0"/>
              <a:t>Super title here</a:t>
            </a:r>
          </a:p>
        </p:txBody>
      </p:sp>
    </p:spTree>
    <p:extLst>
      <p:ext uri="{BB962C8B-B14F-4D97-AF65-F5344CB8AC3E}">
        <p14:creationId xmlns:p14="http://schemas.microsoft.com/office/powerpoint/2010/main" val="132840979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QUA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endParaRPr lang="en-GB" dirty="0"/>
          </a:p>
        </p:txBody>
      </p:sp>
      <p:sp>
        <p:nvSpPr>
          <p:cNvPr id="8" name="Text Placeholder 4"/>
          <p:cNvSpPr>
            <a:spLocks noGrp="1"/>
          </p:cNvSpPr>
          <p:nvPr>
            <p:ph type="body" sz="quarter" idx="12" hasCustomPrompt="1"/>
          </p:nvPr>
        </p:nvSpPr>
        <p:spPr>
          <a:xfrm>
            <a:off x="362744" y="65352"/>
            <a:ext cx="6133306" cy="244400"/>
          </a:xfrm>
        </p:spPr>
        <p:txBody>
          <a:bodyPr anchor="b"/>
          <a:lstStyle>
            <a:lvl1pPr>
              <a:spcAft>
                <a:spcPts val="0"/>
              </a:spcAft>
              <a:defRPr sz="971"/>
            </a:lvl1pPr>
          </a:lstStyle>
          <a:p>
            <a:pPr lvl="0"/>
            <a:r>
              <a:rPr lang="en-US" dirty="0"/>
              <a:t>Super title here</a:t>
            </a:r>
          </a:p>
        </p:txBody>
      </p:sp>
      <p:sp>
        <p:nvSpPr>
          <p:cNvPr id="9" name="Text Placeholder 8"/>
          <p:cNvSpPr>
            <a:spLocks noGrp="1"/>
          </p:cNvSpPr>
          <p:nvPr>
            <p:ph type="body" sz="quarter" idx="19"/>
          </p:nvPr>
        </p:nvSpPr>
        <p:spPr>
          <a:xfrm>
            <a:off x="360363" y="1753835"/>
            <a:ext cx="2997200" cy="3367138"/>
          </a:xfrm>
          <a:ln w="6350">
            <a:solidFill>
              <a:schemeClr val="tx2"/>
            </a:solidFill>
          </a:ln>
        </p:spPr>
        <p:txBody>
          <a:bodyPr lIns="54000" tIns="54000" rIns="54000" bIns="54000"/>
          <a:lstStyle>
            <a:lvl1pPr>
              <a:defRPr sz="1079"/>
            </a:lvl1pPr>
            <a:lvl2pPr>
              <a:defRPr sz="1079"/>
            </a:lvl2pPr>
            <a:lvl3pPr>
              <a:defRPr sz="1079"/>
            </a:lvl3pPr>
            <a:lvl4pPr>
              <a:defRPr sz="1079"/>
            </a:lvl4pPr>
            <a:lvl5pPr>
              <a:defRPr sz="1079"/>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Text Placeholder 8"/>
          <p:cNvSpPr>
            <a:spLocks noGrp="1"/>
          </p:cNvSpPr>
          <p:nvPr>
            <p:ph type="body" sz="quarter" idx="20"/>
          </p:nvPr>
        </p:nvSpPr>
        <p:spPr>
          <a:xfrm>
            <a:off x="360363" y="1423988"/>
            <a:ext cx="2997200" cy="322400"/>
          </a:xfrm>
          <a:solidFill>
            <a:schemeClr val="tx2"/>
          </a:solidFill>
          <a:ln w="6350">
            <a:solidFill>
              <a:schemeClr val="tx2"/>
            </a:solidFill>
          </a:ln>
        </p:spPr>
        <p:txBody>
          <a:bodyPr lIns="54000" tIns="54000" rIns="54000" bIns="54000" anchor="ctr"/>
          <a:lstStyle>
            <a:lvl1pPr>
              <a:defRPr sz="1079">
                <a:solidFill>
                  <a:schemeClr val="bg1"/>
                </a:solidFill>
              </a:defRPr>
            </a:lvl1pPr>
            <a:lvl2pPr>
              <a:defRPr sz="1133"/>
            </a:lvl2pPr>
            <a:lvl3pPr>
              <a:defRPr sz="1133"/>
            </a:lvl3pPr>
            <a:lvl4pPr>
              <a:defRPr sz="1133"/>
            </a:lvl4pPr>
            <a:lvl5pPr>
              <a:defRPr sz="1133"/>
            </a:lvl5pPr>
          </a:lstStyle>
          <a:p>
            <a:pPr lvl="0"/>
            <a:r>
              <a:rPr lang="en-US"/>
              <a:t>Click to edit Master text styles</a:t>
            </a:r>
          </a:p>
        </p:txBody>
      </p:sp>
      <p:sp>
        <p:nvSpPr>
          <p:cNvPr id="11" name="Text Placeholder 8"/>
          <p:cNvSpPr>
            <a:spLocks noGrp="1"/>
          </p:cNvSpPr>
          <p:nvPr>
            <p:ph type="body" sz="quarter" idx="21"/>
          </p:nvPr>
        </p:nvSpPr>
        <p:spPr>
          <a:xfrm>
            <a:off x="3500438" y="1753835"/>
            <a:ext cx="2989262" cy="3374584"/>
          </a:xfrm>
          <a:ln w="6350">
            <a:solidFill>
              <a:schemeClr val="tx2"/>
            </a:solidFill>
          </a:ln>
        </p:spPr>
        <p:txBody>
          <a:bodyPr lIns="54000" tIns="54000" rIns="54000" bIns="54000"/>
          <a:lstStyle>
            <a:lvl1pPr>
              <a:defRPr sz="1079"/>
            </a:lvl1pPr>
            <a:lvl2pPr>
              <a:defRPr sz="1079"/>
            </a:lvl2pPr>
            <a:lvl3pPr>
              <a:defRPr sz="1079"/>
            </a:lvl3pPr>
            <a:lvl4pPr>
              <a:defRPr sz="1079"/>
            </a:lvl4pPr>
            <a:lvl5pPr>
              <a:defRPr sz="1079"/>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2" name="Text Placeholder 8"/>
          <p:cNvSpPr>
            <a:spLocks noGrp="1"/>
          </p:cNvSpPr>
          <p:nvPr>
            <p:ph type="body" sz="quarter" idx="22"/>
          </p:nvPr>
        </p:nvSpPr>
        <p:spPr>
          <a:xfrm>
            <a:off x="3500438" y="1423988"/>
            <a:ext cx="2989262" cy="322400"/>
          </a:xfrm>
          <a:solidFill>
            <a:schemeClr val="tx2"/>
          </a:solidFill>
          <a:ln w="6350">
            <a:solidFill>
              <a:schemeClr val="tx2"/>
            </a:solidFill>
          </a:ln>
        </p:spPr>
        <p:txBody>
          <a:bodyPr lIns="54000" tIns="54000" rIns="54000" bIns="54000" anchor="ctr"/>
          <a:lstStyle>
            <a:lvl1pPr>
              <a:defRPr sz="1079">
                <a:solidFill>
                  <a:schemeClr val="bg1"/>
                </a:solidFill>
              </a:defRPr>
            </a:lvl1pPr>
            <a:lvl2pPr>
              <a:defRPr sz="1133"/>
            </a:lvl2pPr>
            <a:lvl3pPr>
              <a:defRPr sz="1133"/>
            </a:lvl3pPr>
            <a:lvl4pPr>
              <a:defRPr sz="1133"/>
            </a:lvl4pPr>
            <a:lvl5pPr>
              <a:defRPr sz="1133"/>
            </a:lvl5pPr>
          </a:lstStyle>
          <a:p>
            <a:pPr lvl="0"/>
            <a:r>
              <a:rPr lang="en-US"/>
              <a:t>Click to edit Master text styles</a:t>
            </a:r>
          </a:p>
        </p:txBody>
      </p:sp>
      <p:sp>
        <p:nvSpPr>
          <p:cNvPr id="13" name="Text Placeholder 8"/>
          <p:cNvSpPr>
            <a:spLocks noGrp="1"/>
          </p:cNvSpPr>
          <p:nvPr>
            <p:ph type="body" sz="quarter" idx="23"/>
          </p:nvPr>
        </p:nvSpPr>
        <p:spPr>
          <a:xfrm>
            <a:off x="360363" y="5696150"/>
            <a:ext cx="2997200" cy="3360377"/>
          </a:xfrm>
          <a:ln w="6350">
            <a:solidFill>
              <a:schemeClr val="tx2"/>
            </a:solidFill>
          </a:ln>
        </p:spPr>
        <p:txBody>
          <a:bodyPr lIns="54000" tIns="54000" rIns="54000" bIns="54000"/>
          <a:lstStyle>
            <a:lvl1pPr>
              <a:defRPr sz="1079"/>
            </a:lvl1pPr>
            <a:lvl2pPr>
              <a:defRPr sz="1079"/>
            </a:lvl2pPr>
            <a:lvl3pPr>
              <a:defRPr sz="1079"/>
            </a:lvl3pPr>
            <a:lvl4pPr>
              <a:defRPr sz="1079"/>
            </a:lvl4pPr>
            <a:lvl5pPr>
              <a:defRPr sz="1079"/>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4" name="Text Placeholder 8"/>
          <p:cNvSpPr>
            <a:spLocks noGrp="1"/>
          </p:cNvSpPr>
          <p:nvPr>
            <p:ph type="body" sz="quarter" idx="24"/>
          </p:nvPr>
        </p:nvSpPr>
        <p:spPr>
          <a:xfrm>
            <a:off x="360363" y="5378442"/>
            <a:ext cx="2997200" cy="322400"/>
          </a:xfrm>
          <a:solidFill>
            <a:schemeClr val="tx2"/>
          </a:solidFill>
          <a:ln w="6350">
            <a:solidFill>
              <a:schemeClr val="tx2"/>
            </a:solidFill>
          </a:ln>
        </p:spPr>
        <p:txBody>
          <a:bodyPr lIns="54000" tIns="54000" rIns="54000" bIns="54000" anchor="ctr"/>
          <a:lstStyle>
            <a:lvl1pPr>
              <a:defRPr sz="1079">
                <a:solidFill>
                  <a:schemeClr val="bg1"/>
                </a:solidFill>
              </a:defRPr>
            </a:lvl1pPr>
            <a:lvl2pPr>
              <a:defRPr sz="1133"/>
            </a:lvl2pPr>
            <a:lvl3pPr>
              <a:defRPr sz="1133"/>
            </a:lvl3pPr>
            <a:lvl4pPr>
              <a:defRPr sz="1133"/>
            </a:lvl4pPr>
            <a:lvl5pPr>
              <a:defRPr sz="1133"/>
            </a:lvl5pPr>
          </a:lstStyle>
          <a:p>
            <a:pPr lvl="0"/>
            <a:r>
              <a:rPr lang="en-US"/>
              <a:t>Click to edit Master text styles</a:t>
            </a:r>
          </a:p>
        </p:txBody>
      </p:sp>
      <p:sp>
        <p:nvSpPr>
          <p:cNvPr id="15" name="Text Placeholder 8"/>
          <p:cNvSpPr>
            <a:spLocks noGrp="1"/>
          </p:cNvSpPr>
          <p:nvPr>
            <p:ph type="body" sz="quarter" idx="25"/>
          </p:nvPr>
        </p:nvSpPr>
        <p:spPr>
          <a:xfrm>
            <a:off x="3500438" y="5699485"/>
            <a:ext cx="2989262" cy="3360378"/>
          </a:xfrm>
          <a:ln w="6350">
            <a:solidFill>
              <a:schemeClr val="tx2"/>
            </a:solidFill>
          </a:ln>
        </p:spPr>
        <p:txBody>
          <a:bodyPr lIns="54000" tIns="54000" rIns="54000" bIns="54000"/>
          <a:lstStyle>
            <a:lvl1pPr>
              <a:defRPr sz="1079"/>
            </a:lvl1pPr>
            <a:lvl2pPr>
              <a:defRPr sz="1079"/>
            </a:lvl2pPr>
            <a:lvl3pPr>
              <a:defRPr sz="1079"/>
            </a:lvl3pPr>
            <a:lvl4pPr>
              <a:defRPr sz="1079"/>
            </a:lvl4pPr>
            <a:lvl5pPr>
              <a:defRPr sz="1079"/>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8" name="Text Placeholder 8"/>
          <p:cNvSpPr>
            <a:spLocks noGrp="1"/>
          </p:cNvSpPr>
          <p:nvPr>
            <p:ph type="body" sz="quarter" idx="26"/>
          </p:nvPr>
        </p:nvSpPr>
        <p:spPr>
          <a:xfrm>
            <a:off x="3500438" y="5381778"/>
            <a:ext cx="2989262" cy="322400"/>
          </a:xfrm>
          <a:solidFill>
            <a:schemeClr val="tx2"/>
          </a:solidFill>
          <a:ln w="6350">
            <a:solidFill>
              <a:schemeClr val="tx2"/>
            </a:solidFill>
          </a:ln>
        </p:spPr>
        <p:txBody>
          <a:bodyPr lIns="54000" tIns="54000" rIns="54000" bIns="54000" anchor="ctr"/>
          <a:lstStyle>
            <a:lvl1pPr>
              <a:defRPr sz="1079">
                <a:solidFill>
                  <a:schemeClr val="bg1"/>
                </a:solidFill>
              </a:defRPr>
            </a:lvl1pPr>
            <a:lvl2pPr>
              <a:defRPr sz="1133"/>
            </a:lvl2pPr>
            <a:lvl3pPr>
              <a:defRPr sz="1133"/>
            </a:lvl3pPr>
            <a:lvl4pPr>
              <a:defRPr sz="1133"/>
            </a:lvl4pPr>
            <a:lvl5pPr>
              <a:defRPr sz="1133"/>
            </a:lvl5pPr>
          </a:lstStyle>
          <a:p>
            <a:pPr lvl="0"/>
            <a:r>
              <a:rPr lang="en-US"/>
              <a:t>Click to edit Master text styles</a:t>
            </a:r>
          </a:p>
        </p:txBody>
      </p:sp>
    </p:spTree>
    <p:extLst>
      <p:ext uri="{BB962C8B-B14F-4D97-AF65-F5344CB8AC3E}">
        <p14:creationId xmlns:p14="http://schemas.microsoft.com/office/powerpoint/2010/main" val="262682371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ivider 1">
    <p:bg>
      <p:bgPr>
        <a:solidFill>
          <a:schemeClr val="accent1"/>
        </a:solidFill>
        <a:effectLst/>
      </p:bgPr>
    </p:bg>
    <p:spTree>
      <p:nvGrpSpPr>
        <p:cNvPr id="1" name=""/>
        <p:cNvGrpSpPr/>
        <p:nvPr/>
      </p:nvGrpSpPr>
      <p:grpSpPr>
        <a:xfrm>
          <a:off x="0" y="0"/>
          <a:ext cx="0" cy="0"/>
          <a:chOff x="0" y="0"/>
          <a:chExt cx="0" cy="0"/>
        </a:xfrm>
      </p:grpSpPr>
      <p:sp>
        <p:nvSpPr>
          <p:cNvPr id="4" name="object 3"/>
          <p:cNvSpPr/>
          <p:nvPr userDrawn="1"/>
        </p:nvSpPr>
        <p:spPr>
          <a:xfrm>
            <a:off x="1" y="0"/>
            <a:ext cx="907200" cy="9906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457" dirty="0">
              <a:latin typeface="Arial" panose="020B0604020202020204" pitchFamily="34" charset="0"/>
            </a:endParaRPr>
          </a:p>
        </p:txBody>
      </p:sp>
      <p:sp>
        <p:nvSpPr>
          <p:cNvPr id="8" name="Title 1"/>
          <p:cNvSpPr>
            <a:spLocks noGrp="1"/>
          </p:cNvSpPr>
          <p:nvPr>
            <p:ph type="ctrTitle" hasCustomPrompt="1"/>
          </p:nvPr>
        </p:nvSpPr>
        <p:spPr>
          <a:xfrm>
            <a:off x="1373594" y="1450802"/>
            <a:ext cx="3913928" cy="2433395"/>
          </a:xfrm>
        </p:spPr>
        <p:txBody>
          <a:bodyPr anchor="t" anchorCtr="0"/>
          <a:lstStyle>
            <a:lvl1pPr algn="l">
              <a:defRPr sz="8632" baseline="0">
                <a:solidFill>
                  <a:schemeClr val="bg1"/>
                </a:solidFill>
              </a:defRPr>
            </a:lvl1pPr>
          </a:lstStyle>
          <a:p>
            <a:r>
              <a:rPr lang="en-GB" dirty="0"/>
              <a:t>Section divider one title</a:t>
            </a:r>
            <a:endParaRPr lang="en-US" dirty="0"/>
          </a:p>
        </p:txBody>
      </p:sp>
      <p:sp>
        <p:nvSpPr>
          <p:cNvPr id="9" name="Subtitle 2"/>
          <p:cNvSpPr>
            <a:spLocks noGrp="1"/>
          </p:cNvSpPr>
          <p:nvPr>
            <p:ph type="subTitle" idx="1"/>
          </p:nvPr>
        </p:nvSpPr>
        <p:spPr>
          <a:xfrm>
            <a:off x="1373594" y="4080267"/>
            <a:ext cx="3913928" cy="234000"/>
          </a:xfrm>
        </p:spPr>
        <p:txBody>
          <a:bodyPr anchor="t" anchorCtr="0"/>
          <a:lstStyle>
            <a:lvl1pPr marL="0" indent="0" algn="l">
              <a:buNone/>
              <a:defRPr sz="1187">
                <a:solidFill>
                  <a:schemeClr val="bg1"/>
                </a:solidFill>
              </a:defRPr>
            </a:lvl1pPr>
            <a:lvl2pPr marL="493319" indent="0" algn="ctr">
              <a:buNone/>
              <a:defRPr sz="2158"/>
            </a:lvl2pPr>
            <a:lvl3pPr marL="986638" indent="0" algn="ctr">
              <a:buNone/>
              <a:defRPr sz="1942"/>
            </a:lvl3pPr>
            <a:lvl4pPr marL="1479956" indent="0" algn="ctr">
              <a:buNone/>
              <a:defRPr sz="1726"/>
            </a:lvl4pPr>
            <a:lvl5pPr marL="1973275" indent="0" algn="ctr">
              <a:buNone/>
              <a:defRPr sz="1726"/>
            </a:lvl5pPr>
            <a:lvl6pPr marL="2466594" indent="0" algn="ctr">
              <a:buNone/>
              <a:defRPr sz="1726"/>
            </a:lvl6pPr>
            <a:lvl7pPr marL="2959913" indent="0" algn="ctr">
              <a:buNone/>
              <a:defRPr sz="1726"/>
            </a:lvl7pPr>
            <a:lvl8pPr marL="3453232" indent="0" algn="ctr">
              <a:buNone/>
              <a:defRPr sz="1726"/>
            </a:lvl8pPr>
            <a:lvl9pPr marL="3946550" indent="0" algn="ctr">
              <a:buNone/>
              <a:defRPr sz="1726"/>
            </a:lvl9pPr>
          </a:lstStyle>
          <a:p>
            <a:r>
              <a:rPr lang="en-US"/>
              <a:t>Click to edit Master subtitle style</a:t>
            </a:r>
            <a:endParaRPr lang="en-US" dirty="0"/>
          </a:p>
        </p:txBody>
      </p:sp>
      <p:sp>
        <p:nvSpPr>
          <p:cNvPr id="6" name="Freeform 19"/>
          <p:cNvSpPr>
            <a:spLocks noEditPoints="1"/>
          </p:cNvSpPr>
          <p:nvPr userDrawn="1"/>
        </p:nvSpPr>
        <p:spPr bwMode="auto">
          <a:xfrm>
            <a:off x="1402393"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8664" tIns="49332" rIns="98664" bIns="49332" numCol="1" anchor="t" anchorCtr="0" compatLnSpc="1">
            <a:prstTxWarp prst="textNoShape">
              <a:avLst/>
            </a:prstTxWarp>
          </a:bodyPr>
          <a:lstStyle/>
          <a:p>
            <a:endParaRPr lang="en-GB" sz="2115" dirty="0"/>
          </a:p>
        </p:txBody>
      </p:sp>
    </p:spTree>
    <p:extLst>
      <p:ext uri="{BB962C8B-B14F-4D97-AF65-F5344CB8AC3E}">
        <p14:creationId xmlns:p14="http://schemas.microsoft.com/office/powerpoint/2010/main" val="379295936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ivider 2">
    <p:bg>
      <p:bgPr>
        <a:solidFill>
          <a:srgbClr val="6D2077"/>
        </a:solidFill>
        <a:effectLst/>
      </p:bgPr>
    </p:bg>
    <p:spTree>
      <p:nvGrpSpPr>
        <p:cNvPr id="1" name=""/>
        <p:cNvGrpSpPr/>
        <p:nvPr/>
      </p:nvGrpSpPr>
      <p:grpSpPr>
        <a:xfrm>
          <a:off x="0" y="0"/>
          <a:ext cx="0" cy="0"/>
          <a:chOff x="0" y="0"/>
          <a:chExt cx="0" cy="0"/>
        </a:xfrm>
      </p:grpSpPr>
      <p:sp>
        <p:nvSpPr>
          <p:cNvPr id="4" name="object 3"/>
          <p:cNvSpPr/>
          <p:nvPr userDrawn="1"/>
        </p:nvSpPr>
        <p:spPr>
          <a:xfrm>
            <a:off x="1" y="0"/>
            <a:ext cx="907200" cy="9906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A3A1"/>
          </a:solidFill>
        </p:spPr>
        <p:txBody>
          <a:bodyPr wrap="square" lIns="0" tIns="0" rIns="0" bIns="0" rtlCol="0">
            <a:noAutofit/>
          </a:bodyPr>
          <a:lstStyle/>
          <a:p>
            <a:endParaRPr sz="1457" dirty="0">
              <a:latin typeface="Arial" panose="020B0604020202020204" pitchFamily="34" charset="0"/>
            </a:endParaRPr>
          </a:p>
        </p:txBody>
      </p:sp>
      <p:sp>
        <p:nvSpPr>
          <p:cNvPr id="8" name="Title 1"/>
          <p:cNvSpPr>
            <a:spLocks noGrp="1"/>
          </p:cNvSpPr>
          <p:nvPr>
            <p:ph type="ctrTitle" hasCustomPrompt="1"/>
          </p:nvPr>
        </p:nvSpPr>
        <p:spPr>
          <a:xfrm>
            <a:off x="1373594" y="1450802"/>
            <a:ext cx="3913928" cy="2433395"/>
          </a:xfrm>
        </p:spPr>
        <p:txBody>
          <a:bodyPr anchor="t" anchorCtr="0"/>
          <a:lstStyle>
            <a:lvl1pPr algn="l">
              <a:defRPr sz="8632" baseline="0">
                <a:solidFill>
                  <a:schemeClr val="bg1"/>
                </a:solidFill>
              </a:defRPr>
            </a:lvl1pPr>
          </a:lstStyle>
          <a:p>
            <a:r>
              <a:rPr lang="en-GB" dirty="0"/>
              <a:t>Section divider two title</a:t>
            </a:r>
            <a:endParaRPr lang="en-US" dirty="0"/>
          </a:p>
        </p:txBody>
      </p:sp>
      <p:sp>
        <p:nvSpPr>
          <p:cNvPr id="9" name="Subtitle 2"/>
          <p:cNvSpPr>
            <a:spLocks noGrp="1"/>
          </p:cNvSpPr>
          <p:nvPr>
            <p:ph type="subTitle" idx="1"/>
          </p:nvPr>
        </p:nvSpPr>
        <p:spPr>
          <a:xfrm>
            <a:off x="1373594" y="4080267"/>
            <a:ext cx="3913928" cy="234000"/>
          </a:xfrm>
        </p:spPr>
        <p:txBody>
          <a:bodyPr anchor="t" anchorCtr="0"/>
          <a:lstStyle>
            <a:lvl1pPr marL="0" indent="0" algn="l">
              <a:buNone/>
              <a:defRPr sz="1187">
                <a:solidFill>
                  <a:schemeClr val="bg1"/>
                </a:solidFill>
              </a:defRPr>
            </a:lvl1pPr>
            <a:lvl2pPr marL="493319" indent="0" algn="ctr">
              <a:buNone/>
              <a:defRPr sz="2158"/>
            </a:lvl2pPr>
            <a:lvl3pPr marL="986638" indent="0" algn="ctr">
              <a:buNone/>
              <a:defRPr sz="1942"/>
            </a:lvl3pPr>
            <a:lvl4pPr marL="1479956" indent="0" algn="ctr">
              <a:buNone/>
              <a:defRPr sz="1726"/>
            </a:lvl4pPr>
            <a:lvl5pPr marL="1973275" indent="0" algn="ctr">
              <a:buNone/>
              <a:defRPr sz="1726"/>
            </a:lvl5pPr>
            <a:lvl6pPr marL="2466594" indent="0" algn="ctr">
              <a:buNone/>
              <a:defRPr sz="1726"/>
            </a:lvl6pPr>
            <a:lvl7pPr marL="2959913" indent="0" algn="ctr">
              <a:buNone/>
              <a:defRPr sz="1726"/>
            </a:lvl7pPr>
            <a:lvl8pPr marL="3453232" indent="0" algn="ctr">
              <a:buNone/>
              <a:defRPr sz="1726"/>
            </a:lvl8pPr>
            <a:lvl9pPr marL="3946550" indent="0" algn="ctr">
              <a:buNone/>
              <a:defRPr sz="1726"/>
            </a:lvl9pPr>
          </a:lstStyle>
          <a:p>
            <a:r>
              <a:rPr lang="en-US"/>
              <a:t>Click to edit Master subtitle style</a:t>
            </a:r>
            <a:endParaRPr lang="en-US" dirty="0"/>
          </a:p>
        </p:txBody>
      </p:sp>
      <p:sp>
        <p:nvSpPr>
          <p:cNvPr id="6" name="Freeform 19"/>
          <p:cNvSpPr>
            <a:spLocks noEditPoints="1"/>
          </p:cNvSpPr>
          <p:nvPr userDrawn="1"/>
        </p:nvSpPr>
        <p:spPr bwMode="auto">
          <a:xfrm>
            <a:off x="1402393"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8664" tIns="49332" rIns="98664" bIns="49332" numCol="1" anchor="t" anchorCtr="0" compatLnSpc="1">
            <a:prstTxWarp prst="textNoShape">
              <a:avLst/>
            </a:prstTxWarp>
          </a:bodyPr>
          <a:lstStyle/>
          <a:p>
            <a:endParaRPr lang="en-GB" sz="2115" dirty="0"/>
          </a:p>
        </p:txBody>
      </p:sp>
    </p:spTree>
    <p:extLst>
      <p:ext uri="{BB962C8B-B14F-4D97-AF65-F5344CB8AC3E}">
        <p14:creationId xmlns:p14="http://schemas.microsoft.com/office/powerpoint/2010/main" val="300782805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ivider 3">
    <p:bg>
      <p:bgPr>
        <a:solidFill>
          <a:schemeClr val="tx2"/>
        </a:solidFill>
        <a:effectLst/>
      </p:bgPr>
    </p:bg>
    <p:spTree>
      <p:nvGrpSpPr>
        <p:cNvPr id="1" name=""/>
        <p:cNvGrpSpPr/>
        <p:nvPr/>
      </p:nvGrpSpPr>
      <p:grpSpPr>
        <a:xfrm>
          <a:off x="0" y="0"/>
          <a:ext cx="0" cy="0"/>
          <a:chOff x="0" y="0"/>
          <a:chExt cx="0" cy="0"/>
        </a:xfrm>
      </p:grpSpPr>
      <p:sp>
        <p:nvSpPr>
          <p:cNvPr id="4" name="object 3"/>
          <p:cNvSpPr/>
          <p:nvPr userDrawn="1"/>
        </p:nvSpPr>
        <p:spPr>
          <a:xfrm>
            <a:off x="1" y="0"/>
            <a:ext cx="907200" cy="9906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chemeClr val="accent1"/>
          </a:solidFill>
        </p:spPr>
        <p:txBody>
          <a:bodyPr wrap="square" lIns="0" tIns="0" rIns="0" bIns="0" rtlCol="0">
            <a:noAutofit/>
          </a:bodyPr>
          <a:lstStyle/>
          <a:p>
            <a:endParaRPr sz="1457" dirty="0">
              <a:latin typeface="Arial" panose="020B0604020202020204" pitchFamily="34" charset="0"/>
            </a:endParaRPr>
          </a:p>
        </p:txBody>
      </p:sp>
      <p:sp>
        <p:nvSpPr>
          <p:cNvPr id="8" name="Title 1"/>
          <p:cNvSpPr>
            <a:spLocks noGrp="1"/>
          </p:cNvSpPr>
          <p:nvPr>
            <p:ph type="ctrTitle" hasCustomPrompt="1"/>
          </p:nvPr>
        </p:nvSpPr>
        <p:spPr>
          <a:xfrm>
            <a:off x="1373594" y="1450802"/>
            <a:ext cx="3913928" cy="2433395"/>
          </a:xfrm>
        </p:spPr>
        <p:txBody>
          <a:bodyPr anchor="t" anchorCtr="0"/>
          <a:lstStyle>
            <a:lvl1pPr algn="l">
              <a:defRPr sz="8632" baseline="0">
                <a:solidFill>
                  <a:schemeClr val="bg1"/>
                </a:solidFill>
              </a:defRPr>
            </a:lvl1pPr>
          </a:lstStyle>
          <a:p>
            <a:r>
              <a:rPr lang="en-GB" dirty="0"/>
              <a:t>Section divider three title</a:t>
            </a:r>
            <a:endParaRPr lang="en-US" dirty="0"/>
          </a:p>
        </p:txBody>
      </p:sp>
      <p:sp>
        <p:nvSpPr>
          <p:cNvPr id="9" name="Subtitle 2"/>
          <p:cNvSpPr>
            <a:spLocks noGrp="1"/>
          </p:cNvSpPr>
          <p:nvPr>
            <p:ph type="subTitle" idx="1"/>
          </p:nvPr>
        </p:nvSpPr>
        <p:spPr>
          <a:xfrm>
            <a:off x="1373594" y="4080267"/>
            <a:ext cx="3913928" cy="234000"/>
          </a:xfrm>
        </p:spPr>
        <p:txBody>
          <a:bodyPr anchor="t" anchorCtr="0"/>
          <a:lstStyle>
            <a:lvl1pPr marL="0" indent="0" algn="l">
              <a:buNone/>
              <a:defRPr sz="1187">
                <a:solidFill>
                  <a:schemeClr val="bg1"/>
                </a:solidFill>
              </a:defRPr>
            </a:lvl1pPr>
            <a:lvl2pPr marL="493319" indent="0" algn="ctr">
              <a:buNone/>
              <a:defRPr sz="2158"/>
            </a:lvl2pPr>
            <a:lvl3pPr marL="986638" indent="0" algn="ctr">
              <a:buNone/>
              <a:defRPr sz="1942"/>
            </a:lvl3pPr>
            <a:lvl4pPr marL="1479956" indent="0" algn="ctr">
              <a:buNone/>
              <a:defRPr sz="1726"/>
            </a:lvl4pPr>
            <a:lvl5pPr marL="1973275" indent="0" algn="ctr">
              <a:buNone/>
              <a:defRPr sz="1726"/>
            </a:lvl5pPr>
            <a:lvl6pPr marL="2466594" indent="0" algn="ctr">
              <a:buNone/>
              <a:defRPr sz="1726"/>
            </a:lvl6pPr>
            <a:lvl7pPr marL="2959913" indent="0" algn="ctr">
              <a:buNone/>
              <a:defRPr sz="1726"/>
            </a:lvl7pPr>
            <a:lvl8pPr marL="3453232" indent="0" algn="ctr">
              <a:buNone/>
              <a:defRPr sz="1726"/>
            </a:lvl8pPr>
            <a:lvl9pPr marL="3946550" indent="0" algn="ctr">
              <a:buNone/>
              <a:defRPr sz="1726"/>
            </a:lvl9pPr>
          </a:lstStyle>
          <a:p>
            <a:r>
              <a:rPr lang="en-US"/>
              <a:t>Click to edit Master subtitle style</a:t>
            </a:r>
            <a:endParaRPr lang="en-US" dirty="0"/>
          </a:p>
        </p:txBody>
      </p:sp>
      <p:sp>
        <p:nvSpPr>
          <p:cNvPr id="6" name="Freeform 19"/>
          <p:cNvSpPr>
            <a:spLocks noEditPoints="1"/>
          </p:cNvSpPr>
          <p:nvPr userDrawn="1"/>
        </p:nvSpPr>
        <p:spPr bwMode="auto">
          <a:xfrm>
            <a:off x="1402393"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8664" tIns="49332" rIns="98664" bIns="49332" numCol="1" anchor="t" anchorCtr="0" compatLnSpc="1">
            <a:prstTxWarp prst="textNoShape">
              <a:avLst/>
            </a:prstTxWarp>
          </a:bodyPr>
          <a:lstStyle/>
          <a:p>
            <a:endParaRPr lang="en-GB" sz="2115" dirty="0"/>
          </a:p>
        </p:txBody>
      </p:sp>
    </p:spTree>
    <p:extLst>
      <p:ext uri="{BB962C8B-B14F-4D97-AF65-F5344CB8AC3E}">
        <p14:creationId xmlns:p14="http://schemas.microsoft.com/office/powerpoint/2010/main" val="306588730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ivider 4">
    <p:bg>
      <p:bgPr>
        <a:solidFill>
          <a:srgbClr val="00A3A1"/>
        </a:solidFill>
        <a:effectLst/>
      </p:bgPr>
    </p:bg>
    <p:spTree>
      <p:nvGrpSpPr>
        <p:cNvPr id="1" name=""/>
        <p:cNvGrpSpPr/>
        <p:nvPr/>
      </p:nvGrpSpPr>
      <p:grpSpPr>
        <a:xfrm>
          <a:off x="0" y="0"/>
          <a:ext cx="0" cy="0"/>
          <a:chOff x="0" y="0"/>
          <a:chExt cx="0" cy="0"/>
        </a:xfrm>
      </p:grpSpPr>
      <p:sp>
        <p:nvSpPr>
          <p:cNvPr id="4" name="object 3"/>
          <p:cNvSpPr/>
          <p:nvPr userDrawn="1"/>
        </p:nvSpPr>
        <p:spPr>
          <a:xfrm>
            <a:off x="1" y="0"/>
            <a:ext cx="907200" cy="9906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470A68"/>
          </a:solidFill>
        </p:spPr>
        <p:txBody>
          <a:bodyPr wrap="square" lIns="0" tIns="0" rIns="0" bIns="0" rtlCol="0">
            <a:noAutofit/>
          </a:bodyPr>
          <a:lstStyle/>
          <a:p>
            <a:endParaRPr sz="1457" dirty="0">
              <a:latin typeface="Arial" panose="020B0604020202020204" pitchFamily="34" charset="0"/>
            </a:endParaRPr>
          </a:p>
        </p:txBody>
      </p:sp>
      <p:sp>
        <p:nvSpPr>
          <p:cNvPr id="8" name="Title 1"/>
          <p:cNvSpPr>
            <a:spLocks noGrp="1"/>
          </p:cNvSpPr>
          <p:nvPr>
            <p:ph type="ctrTitle" hasCustomPrompt="1"/>
          </p:nvPr>
        </p:nvSpPr>
        <p:spPr>
          <a:xfrm>
            <a:off x="1373594" y="1450802"/>
            <a:ext cx="3913928" cy="2433395"/>
          </a:xfrm>
        </p:spPr>
        <p:txBody>
          <a:bodyPr anchor="t" anchorCtr="0"/>
          <a:lstStyle>
            <a:lvl1pPr algn="l">
              <a:defRPr sz="8632" baseline="0">
                <a:solidFill>
                  <a:schemeClr val="bg1"/>
                </a:solidFill>
              </a:defRPr>
            </a:lvl1pPr>
          </a:lstStyle>
          <a:p>
            <a:r>
              <a:rPr lang="en-GB" dirty="0"/>
              <a:t>Section divider four title</a:t>
            </a:r>
            <a:endParaRPr lang="en-US" dirty="0"/>
          </a:p>
        </p:txBody>
      </p:sp>
      <p:sp>
        <p:nvSpPr>
          <p:cNvPr id="9" name="Subtitle 2"/>
          <p:cNvSpPr>
            <a:spLocks noGrp="1"/>
          </p:cNvSpPr>
          <p:nvPr>
            <p:ph type="subTitle" idx="1"/>
          </p:nvPr>
        </p:nvSpPr>
        <p:spPr>
          <a:xfrm>
            <a:off x="1373594" y="4080267"/>
            <a:ext cx="3913928" cy="234000"/>
          </a:xfrm>
        </p:spPr>
        <p:txBody>
          <a:bodyPr anchor="t" anchorCtr="0"/>
          <a:lstStyle>
            <a:lvl1pPr marL="0" indent="0" algn="l">
              <a:buNone/>
              <a:defRPr sz="1187">
                <a:solidFill>
                  <a:schemeClr val="bg1"/>
                </a:solidFill>
              </a:defRPr>
            </a:lvl1pPr>
            <a:lvl2pPr marL="493319" indent="0" algn="ctr">
              <a:buNone/>
              <a:defRPr sz="2158"/>
            </a:lvl2pPr>
            <a:lvl3pPr marL="986638" indent="0" algn="ctr">
              <a:buNone/>
              <a:defRPr sz="1942"/>
            </a:lvl3pPr>
            <a:lvl4pPr marL="1479956" indent="0" algn="ctr">
              <a:buNone/>
              <a:defRPr sz="1726"/>
            </a:lvl4pPr>
            <a:lvl5pPr marL="1973275" indent="0" algn="ctr">
              <a:buNone/>
              <a:defRPr sz="1726"/>
            </a:lvl5pPr>
            <a:lvl6pPr marL="2466594" indent="0" algn="ctr">
              <a:buNone/>
              <a:defRPr sz="1726"/>
            </a:lvl6pPr>
            <a:lvl7pPr marL="2959913" indent="0" algn="ctr">
              <a:buNone/>
              <a:defRPr sz="1726"/>
            </a:lvl7pPr>
            <a:lvl8pPr marL="3453232" indent="0" algn="ctr">
              <a:buNone/>
              <a:defRPr sz="1726"/>
            </a:lvl8pPr>
            <a:lvl9pPr marL="3946550" indent="0" algn="ctr">
              <a:buNone/>
              <a:defRPr sz="1726"/>
            </a:lvl9pPr>
          </a:lstStyle>
          <a:p>
            <a:r>
              <a:rPr lang="en-US"/>
              <a:t>Click to edit Master subtitle style</a:t>
            </a:r>
            <a:endParaRPr lang="en-US" dirty="0"/>
          </a:p>
        </p:txBody>
      </p:sp>
      <p:sp>
        <p:nvSpPr>
          <p:cNvPr id="6" name="Freeform 19"/>
          <p:cNvSpPr>
            <a:spLocks noEditPoints="1"/>
          </p:cNvSpPr>
          <p:nvPr userDrawn="1"/>
        </p:nvSpPr>
        <p:spPr bwMode="auto">
          <a:xfrm>
            <a:off x="1402393"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8664" tIns="49332" rIns="98664" bIns="49332" numCol="1" anchor="t" anchorCtr="0" compatLnSpc="1">
            <a:prstTxWarp prst="textNoShape">
              <a:avLst/>
            </a:prstTxWarp>
          </a:bodyPr>
          <a:lstStyle/>
          <a:p>
            <a:endParaRPr lang="en-GB" sz="2115" dirty="0"/>
          </a:p>
        </p:txBody>
      </p:sp>
    </p:spTree>
    <p:extLst>
      <p:ext uri="{BB962C8B-B14F-4D97-AF65-F5344CB8AC3E}">
        <p14:creationId xmlns:p14="http://schemas.microsoft.com/office/powerpoint/2010/main" val="317307023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KEY MESSAGE">
    <p:bg>
      <p:bgPr>
        <a:solidFill>
          <a:schemeClr val="accent1"/>
        </a:solidFill>
        <a:effectLst/>
      </p:bgPr>
    </p:bg>
    <p:spTree>
      <p:nvGrpSpPr>
        <p:cNvPr id="1" name=""/>
        <p:cNvGrpSpPr/>
        <p:nvPr/>
      </p:nvGrpSpPr>
      <p:grpSpPr>
        <a:xfrm>
          <a:off x="0" y="0"/>
          <a:ext cx="0" cy="0"/>
          <a:chOff x="0" y="0"/>
          <a:chExt cx="0" cy="0"/>
        </a:xfrm>
      </p:grpSpPr>
      <p:sp>
        <p:nvSpPr>
          <p:cNvPr id="4" name="object 3"/>
          <p:cNvSpPr/>
          <p:nvPr userDrawn="1"/>
        </p:nvSpPr>
        <p:spPr>
          <a:xfrm>
            <a:off x="1" y="0"/>
            <a:ext cx="907200" cy="9906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457" dirty="0">
              <a:latin typeface="Arial" panose="020B0604020202020204" pitchFamily="34" charset="0"/>
            </a:endParaRPr>
          </a:p>
        </p:txBody>
      </p:sp>
      <p:sp>
        <p:nvSpPr>
          <p:cNvPr id="8" name="Title 1"/>
          <p:cNvSpPr>
            <a:spLocks noGrp="1"/>
          </p:cNvSpPr>
          <p:nvPr>
            <p:ph type="ctrTitle" hasCustomPrompt="1"/>
          </p:nvPr>
        </p:nvSpPr>
        <p:spPr>
          <a:xfrm>
            <a:off x="1373594" y="1069179"/>
            <a:ext cx="3913928" cy="457211"/>
          </a:xfrm>
        </p:spPr>
        <p:txBody>
          <a:bodyPr anchor="t" anchorCtr="0"/>
          <a:lstStyle>
            <a:lvl1pPr algn="l">
              <a:defRPr sz="3884" baseline="0">
                <a:solidFill>
                  <a:schemeClr val="bg1"/>
                </a:solidFill>
              </a:defRPr>
            </a:lvl1pPr>
          </a:lstStyle>
          <a:p>
            <a:r>
              <a:rPr lang="en-GB" dirty="0"/>
              <a:t>Click to edit text</a:t>
            </a:r>
          </a:p>
        </p:txBody>
      </p:sp>
      <p:sp>
        <p:nvSpPr>
          <p:cNvPr id="6" name="Text Placeholder 5"/>
          <p:cNvSpPr>
            <a:spLocks noGrp="1"/>
          </p:cNvSpPr>
          <p:nvPr>
            <p:ph type="body" sz="quarter" idx="10"/>
          </p:nvPr>
        </p:nvSpPr>
        <p:spPr>
          <a:xfrm>
            <a:off x="1373595" y="1801888"/>
            <a:ext cx="3609975" cy="4653756"/>
          </a:xfrm>
        </p:spPr>
        <p:txBody>
          <a:bodyPr/>
          <a:lstStyle>
            <a:lvl1pPr>
              <a:spcAft>
                <a:spcPts val="1295"/>
              </a:spcAft>
              <a:defRPr sz="1295" b="0">
                <a:solidFill>
                  <a:schemeClr val="bg1"/>
                </a:solidFill>
              </a:defRPr>
            </a:lvl1pPr>
            <a:lvl2pPr>
              <a:spcAft>
                <a:spcPts val="1295"/>
              </a:spcAft>
              <a:defRPr sz="1295">
                <a:solidFill>
                  <a:schemeClr val="bg1"/>
                </a:solidFill>
              </a:defRPr>
            </a:lvl2pPr>
            <a:lvl3pPr>
              <a:spcAft>
                <a:spcPts val="1295"/>
              </a:spcAft>
              <a:buClr>
                <a:schemeClr val="bg1"/>
              </a:buClr>
              <a:defRPr sz="1295">
                <a:solidFill>
                  <a:schemeClr val="bg1"/>
                </a:solidFill>
              </a:defRPr>
            </a:lvl3pPr>
            <a:lvl4pPr>
              <a:spcAft>
                <a:spcPts val="1295"/>
              </a:spcAft>
              <a:buClr>
                <a:schemeClr val="bg1"/>
              </a:buClr>
              <a:defRPr sz="1295">
                <a:solidFill>
                  <a:schemeClr val="bg1"/>
                </a:solidFill>
              </a:defRPr>
            </a:lvl4pPr>
            <a:lvl5pPr>
              <a:spcAft>
                <a:spcPts val="1295"/>
              </a:spcAft>
              <a:buClr>
                <a:schemeClr val="bg1"/>
              </a:buClr>
              <a:defRPr sz="1295">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380433497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KEY MESSAGE">
    <p:spTree>
      <p:nvGrpSpPr>
        <p:cNvPr id="1" name=""/>
        <p:cNvGrpSpPr/>
        <p:nvPr/>
      </p:nvGrpSpPr>
      <p:grpSpPr>
        <a:xfrm>
          <a:off x="0" y="0"/>
          <a:ext cx="0" cy="0"/>
          <a:chOff x="0" y="0"/>
          <a:chExt cx="0" cy="0"/>
        </a:xfrm>
      </p:grpSpPr>
      <p:sp>
        <p:nvSpPr>
          <p:cNvPr id="2" name="Title 1"/>
          <p:cNvSpPr>
            <a:spLocks noGrp="1"/>
          </p:cNvSpPr>
          <p:nvPr>
            <p:ph type="title"/>
          </p:nvPr>
        </p:nvSpPr>
        <p:spPr>
          <a:xfrm>
            <a:off x="360365" y="1433570"/>
            <a:ext cx="4007159" cy="565500"/>
          </a:xfrm>
        </p:spPr>
        <p:txBody>
          <a:bodyPr/>
          <a:lstStyle/>
          <a:p>
            <a:r>
              <a:rPr lang="en-US"/>
              <a:t>Click to edit Master title style</a:t>
            </a:r>
            <a:endParaRPr lang="en-US" dirty="0"/>
          </a:p>
        </p:txBody>
      </p:sp>
      <p:sp>
        <p:nvSpPr>
          <p:cNvPr id="4" name="Text Placeholder 2"/>
          <p:cNvSpPr>
            <a:spLocks noGrp="1"/>
          </p:cNvSpPr>
          <p:nvPr>
            <p:ph type="body" sz="quarter" idx="16"/>
          </p:nvPr>
        </p:nvSpPr>
        <p:spPr>
          <a:xfrm>
            <a:off x="360362" y="2259808"/>
            <a:ext cx="4007160" cy="6792581"/>
          </a:xfrm>
        </p:spPr>
        <p:txBody>
          <a:bodyPr/>
          <a:lstStyle>
            <a:lvl1pPr>
              <a:spcAft>
                <a:spcPts val="1079"/>
              </a:spcAft>
              <a:defRPr/>
            </a:lvl1pPr>
            <a:lvl2pPr>
              <a:spcAft>
                <a:spcPts val="1079"/>
              </a:spcAft>
              <a:defRPr/>
            </a:lvl2pPr>
            <a:lvl3pPr>
              <a:spcAft>
                <a:spcPts val="1079"/>
              </a:spcAft>
              <a:defRPr/>
            </a:lvl3pPr>
            <a:lvl4pPr>
              <a:spcAft>
                <a:spcPts val="1079"/>
              </a:spcAft>
              <a:defRPr/>
            </a:lvl4pPr>
            <a:lvl5pPr>
              <a:spcAft>
                <a:spcPts val="1079"/>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360794516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solidFill>
          <a:schemeClr val="accent1"/>
        </a:solidFill>
        <a:effectLst/>
      </p:bgPr>
    </p:bg>
    <p:spTree>
      <p:nvGrpSpPr>
        <p:cNvPr id="1" name=""/>
        <p:cNvGrpSpPr/>
        <p:nvPr/>
      </p:nvGrpSpPr>
      <p:grpSpPr>
        <a:xfrm>
          <a:off x="0" y="0"/>
          <a:ext cx="0" cy="0"/>
          <a:chOff x="0" y="0"/>
          <a:chExt cx="0" cy="0"/>
        </a:xfrm>
      </p:grpSpPr>
      <p:sp>
        <p:nvSpPr>
          <p:cNvPr id="4" name="object 3"/>
          <p:cNvSpPr/>
          <p:nvPr userDrawn="1"/>
        </p:nvSpPr>
        <p:spPr>
          <a:xfrm>
            <a:off x="1" y="0"/>
            <a:ext cx="907200" cy="9906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457" dirty="0">
              <a:latin typeface="Arial" panose="020B0604020202020204" pitchFamily="34" charset="0"/>
            </a:endParaRPr>
          </a:p>
        </p:txBody>
      </p:sp>
      <p:sp>
        <p:nvSpPr>
          <p:cNvPr id="8" name="Title 1"/>
          <p:cNvSpPr>
            <a:spLocks noGrp="1"/>
          </p:cNvSpPr>
          <p:nvPr>
            <p:ph type="ctrTitle" hasCustomPrompt="1"/>
          </p:nvPr>
        </p:nvSpPr>
        <p:spPr>
          <a:xfrm>
            <a:off x="1373594" y="1450802"/>
            <a:ext cx="3913928" cy="2433395"/>
          </a:xfrm>
        </p:spPr>
        <p:txBody>
          <a:bodyPr anchor="t" anchorCtr="0"/>
          <a:lstStyle>
            <a:lvl1pPr algn="l">
              <a:defRPr sz="4748" baseline="0">
                <a:solidFill>
                  <a:schemeClr val="bg1"/>
                </a:solidFill>
              </a:defRPr>
            </a:lvl1pPr>
          </a:lstStyle>
          <a:p>
            <a:r>
              <a:rPr lang="en-GB" dirty="0"/>
              <a:t>Click to edit Master subtitle style</a:t>
            </a:r>
          </a:p>
        </p:txBody>
      </p:sp>
      <p:sp>
        <p:nvSpPr>
          <p:cNvPr id="5" name="Freeform 19"/>
          <p:cNvSpPr>
            <a:spLocks noEditPoints="1"/>
          </p:cNvSpPr>
          <p:nvPr userDrawn="1"/>
        </p:nvSpPr>
        <p:spPr bwMode="auto">
          <a:xfrm>
            <a:off x="1402393"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8664" tIns="49332" rIns="98664" bIns="49332" numCol="1" anchor="t" anchorCtr="0" compatLnSpc="1">
            <a:prstTxWarp prst="textNoShape">
              <a:avLst/>
            </a:prstTxWarp>
          </a:bodyPr>
          <a:lstStyle/>
          <a:p>
            <a:endParaRPr lang="en-GB" sz="2115" dirty="0"/>
          </a:p>
        </p:txBody>
      </p:sp>
    </p:spTree>
    <p:extLst>
      <p:ext uri="{BB962C8B-B14F-4D97-AF65-F5344CB8AC3E}">
        <p14:creationId xmlns:p14="http://schemas.microsoft.com/office/powerpoint/2010/main" val="234863173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2744" y="472083"/>
            <a:ext cx="6133306" cy="565500"/>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362744" y="1446935"/>
            <a:ext cx="6134400" cy="7544689"/>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521449419"/>
      </p:ext>
    </p:extLst>
  </p:cSld>
  <p:clrMap bg1="lt1" tx1="dk1" bg2="lt2" tx2="dk2" accent1="accent1" accent2="accent2" accent3="accent3" accent4="accent4" accent5="accent5" accent6="accent6" hlink="hlink" folHlink="folHlink"/>
  <p:sldLayoutIdLst>
    <p:sldLayoutId id="2147483773" r:id="rId1"/>
    <p:sldLayoutId id="2147483774" r:id="rId2"/>
    <p:sldLayoutId id="2147483775" r:id="rId3"/>
    <p:sldLayoutId id="2147483776" r:id="rId4"/>
    <p:sldLayoutId id="2147483777" r:id="rId5"/>
    <p:sldLayoutId id="2147483778" r:id="rId6"/>
    <p:sldLayoutId id="2147483779" r:id="rId7"/>
    <p:sldLayoutId id="2147483735" r:id="rId8"/>
    <p:sldLayoutId id="2147483736" r:id="rId9"/>
    <p:sldLayoutId id="2147483737" r:id="rId10"/>
    <p:sldLayoutId id="2147483739" r:id="rId11"/>
    <p:sldLayoutId id="2147483740" r:id="rId12"/>
    <p:sldLayoutId id="2147483741" r:id="rId13"/>
    <p:sldLayoutId id="2147483742" r:id="rId14"/>
    <p:sldLayoutId id="2147483743" r:id="rId15"/>
    <p:sldLayoutId id="2147483744" r:id="rId16"/>
    <p:sldLayoutId id="2147483745" r:id="rId17"/>
    <p:sldLayoutId id="2147483746" r:id="rId18"/>
    <p:sldLayoutId id="2147483747" r:id="rId19"/>
    <p:sldLayoutId id="2147483748" r:id="rId20"/>
    <p:sldLayoutId id="2147483749" r:id="rId21"/>
    <p:sldLayoutId id="2147483750" r:id="rId22"/>
    <p:sldLayoutId id="2147483751" r:id="rId23"/>
    <p:sldLayoutId id="2147483752" r:id="rId24"/>
    <p:sldLayoutId id="2147483753" r:id="rId25"/>
    <p:sldLayoutId id="2147483754" r:id="rId26"/>
    <p:sldLayoutId id="2147483755" r:id="rId27"/>
    <p:sldLayoutId id="2147483769" r:id="rId28"/>
    <p:sldLayoutId id="2147483770" r:id="rId29"/>
    <p:sldLayoutId id="2147483771" r:id="rId30"/>
    <p:sldLayoutId id="2147483756" r:id="rId31"/>
    <p:sldLayoutId id="2147483757" r:id="rId32"/>
    <p:sldLayoutId id="2147483772" r:id="rId33"/>
    <p:sldLayoutId id="2147483758" r:id="rId34"/>
    <p:sldLayoutId id="2147483759" r:id="rId35"/>
    <p:sldLayoutId id="2147483760" r:id="rId36"/>
    <p:sldLayoutId id="2147483761" r:id="rId37"/>
    <p:sldLayoutId id="2147483762" r:id="rId38"/>
    <p:sldLayoutId id="2147483763" r:id="rId39"/>
    <p:sldLayoutId id="2147483764" r:id="rId40"/>
    <p:sldLayoutId id="2147483765" r:id="rId41"/>
    <p:sldLayoutId id="2147483766" r:id="rId42"/>
  </p:sldLayoutIdLst>
  <p:txStyles>
    <p:titleStyle>
      <a:lvl1pPr algn="l" defTabSz="739942" rtl="0" eaLnBrk="1" latinLnBrk="0" hangingPunct="1">
        <a:lnSpc>
          <a:spcPct val="70000"/>
        </a:lnSpc>
        <a:spcBef>
          <a:spcPct val="0"/>
        </a:spcBef>
        <a:buNone/>
        <a:defRPr sz="3777" kern="1200">
          <a:solidFill>
            <a:schemeClr val="tx2"/>
          </a:solidFill>
          <a:latin typeface="+mj-lt"/>
          <a:ea typeface="+mj-ea"/>
          <a:cs typeface="+mj-cs"/>
        </a:defRPr>
      </a:lvl1pPr>
    </p:titleStyle>
    <p:bodyStyle>
      <a:lvl1pPr marL="0" indent="0" algn="l" defTabSz="739942" rtl="0" eaLnBrk="1" latinLnBrk="0" hangingPunct="1">
        <a:lnSpc>
          <a:spcPct val="100000"/>
        </a:lnSpc>
        <a:spcBef>
          <a:spcPts val="0"/>
        </a:spcBef>
        <a:spcAft>
          <a:spcPts val="647"/>
        </a:spcAft>
        <a:buFontTx/>
        <a:buNone/>
        <a:defRPr sz="1079" b="1" kern="1200">
          <a:solidFill>
            <a:schemeClr val="tx2"/>
          </a:solidFill>
          <a:latin typeface="+mn-lt"/>
          <a:ea typeface="+mn-ea"/>
          <a:cs typeface="+mn-cs"/>
        </a:defRPr>
      </a:lvl1pPr>
      <a:lvl2pPr marL="0" indent="0" algn="l" defTabSz="739942" rtl="0" eaLnBrk="1" latinLnBrk="0" hangingPunct="1">
        <a:lnSpc>
          <a:spcPct val="100000"/>
        </a:lnSpc>
        <a:spcBef>
          <a:spcPts val="0"/>
        </a:spcBef>
        <a:spcAft>
          <a:spcPts val="647"/>
        </a:spcAft>
        <a:buFontTx/>
        <a:buNone/>
        <a:defRPr sz="1079" kern="1200">
          <a:solidFill>
            <a:schemeClr val="tx2"/>
          </a:solidFill>
          <a:latin typeface="+mn-lt"/>
          <a:ea typeface="+mn-ea"/>
          <a:cs typeface="+mn-cs"/>
        </a:defRPr>
      </a:lvl2pPr>
      <a:lvl3pPr marL="233064" indent="-233064" algn="l" defTabSz="739942" rtl="0" eaLnBrk="1" latinLnBrk="0" hangingPunct="1">
        <a:lnSpc>
          <a:spcPct val="100000"/>
        </a:lnSpc>
        <a:spcBef>
          <a:spcPts val="0"/>
        </a:spcBef>
        <a:spcAft>
          <a:spcPts val="647"/>
        </a:spcAft>
        <a:buClr>
          <a:schemeClr val="tx2"/>
        </a:buClr>
        <a:buFont typeface="Arial" panose="020B0604020202020204" pitchFamily="34" charset="0"/>
        <a:buChar char="—"/>
        <a:defRPr sz="1079" kern="1200">
          <a:solidFill>
            <a:schemeClr val="tx2"/>
          </a:solidFill>
          <a:latin typeface="+mn-lt"/>
          <a:ea typeface="+mn-ea"/>
          <a:cs typeface="+mn-cs"/>
        </a:defRPr>
      </a:lvl3pPr>
      <a:lvl4pPr marL="388440" indent="-155376" algn="l" defTabSz="739942" rtl="0" eaLnBrk="1" latinLnBrk="0" hangingPunct="1">
        <a:lnSpc>
          <a:spcPct val="100000"/>
        </a:lnSpc>
        <a:spcBef>
          <a:spcPts val="0"/>
        </a:spcBef>
        <a:spcAft>
          <a:spcPts val="647"/>
        </a:spcAft>
        <a:buClr>
          <a:schemeClr val="tx2"/>
        </a:buClr>
        <a:buFont typeface="Arial" panose="020B0604020202020204" pitchFamily="34" charset="0"/>
        <a:buChar char="-"/>
        <a:defRPr sz="1079" kern="1200">
          <a:solidFill>
            <a:schemeClr val="tx2"/>
          </a:solidFill>
          <a:latin typeface="+mn-lt"/>
          <a:ea typeface="+mn-ea"/>
          <a:cs typeface="+mn-cs"/>
        </a:defRPr>
      </a:lvl4pPr>
      <a:lvl5pPr marL="621504" indent="-233064" algn="l" defTabSz="739942" rtl="0" eaLnBrk="1" latinLnBrk="0" hangingPunct="1">
        <a:lnSpc>
          <a:spcPct val="100000"/>
        </a:lnSpc>
        <a:spcBef>
          <a:spcPts val="0"/>
        </a:spcBef>
        <a:spcAft>
          <a:spcPts val="647"/>
        </a:spcAft>
        <a:buClr>
          <a:schemeClr val="tx2"/>
        </a:buClr>
        <a:buFont typeface="Arial" panose="020B0604020202020204" pitchFamily="34" charset="0"/>
        <a:buChar char="—"/>
        <a:defRPr sz="1079" kern="1200" baseline="0">
          <a:solidFill>
            <a:schemeClr val="tx2"/>
          </a:solidFill>
          <a:latin typeface="+mn-lt"/>
          <a:ea typeface="+mn-ea"/>
          <a:cs typeface="+mn-cs"/>
        </a:defRPr>
      </a:lvl5pPr>
      <a:lvl6pPr marL="776880" indent="-155376" algn="l" defTabSz="739942" rtl="0" eaLnBrk="1" latinLnBrk="0" hangingPunct="1">
        <a:lnSpc>
          <a:spcPct val="100000"/>
        </a:lnSpc>
        <a:spcBef>
          <a:spcPts val="0"/>
        </a:spcBef>
        <a:spcAft>
          <a:spcPts val="647"/>
        </a:spcAft>
        <a:buClr>
          <a:schemeClr val="tx2"/>
        </a:buClr>
        <a:buFont typeface="Arial" panose="020B0604020202020204" pitchFamily="34" charset="0"/>
        <a:buChar char="-"/>
        <a:defRPr sz="1079" kern="1200">
          <a:solidFill>
            <a:schemeClr val="tx2"/>
          </a:solidFill>
          <a:latin typeface="+mn-lt"/>
          <a:ea typeface="+mn-ea"/>
          <a:cs typeface="+mn-cs"/>
        </a:defRPr>
      </a:lvl6pPr>
      <a:lvl7pPr marL="1009944" indent="-233064" algn="l" defTabSz="739942" rtl="0" eaLnBrk="1" latinLnBrk="0" hangingPunct="1">
        <a:lnSpc>
          <a:spcPct val="100000"/>
        </a:lnSpc>
        <a:spcBef>
          <a:spcPts val="0"/>
        </a:spcBef>
        <a:spcAft>
          <a:spcPts val="647"/>
        </a:spcAft>
        <a:buClr>
          <a:schemeClr val="tx2"/>
        </a:buClr>
        <a:buFont typeface="Arial" panose="020B0604020202020204" pitchFamily="34" charset="0"/>
        <a:buChar char="—"/>
        <a:defRPr sz="1079" kern="1200">
          <a:solidFill>
            <a:schemeClr val="tx2"/>
          </a:solidFill>
          <a:latin typeface="+mn-lt"/>
          <a:ea typeface="+mn-ea"/>
          <a:cs typeface="+mn-cs"/>
        </a:defRPr>
      </a:lvl7pPr>
      <a:lvl8pPr marL="1165320" indent="-155376" algn="l" defTabSz="739942" rtl="0" eaLnBrk="1" latinLnBrk="0" hangingPunct="1">
        <a:lnSpc>
          <a:spcPct val="100000"/>
        </a:lnSpc>
        <a:spcBef>
          <a:spcPts val="0"/>
        </a:spcBef>
        <a:spcAft>
          <a:spcPts val="647"/>
        </a:spcAft>
        <a:buClr>
          <a:schemeClr val="tx2"/>
        </a:buClr>
        <a:buFont typeface="Arial" panose="020B0604020202020204" pitchFamily="34" charset="0"/>
        <a:buChar char="-"/>
        <a:defRPr sz="1079" kern="1200">
          <a:solidFill>
            <a:schemeClr val="tx2"/>
          </a:solidFill>
          <a:latin typeface="+mn-lt"/>
          <a:ea typeface="+mn-ea"/>
          <a:cs typeface="+mn-cs"/>
        </a:defRPr>
      </a:lvl8pPr>
      <a:lvl9pPr marL="3144751" indent="-184985" algn="l" defTabSz="739942" rtl="0" eaLnBrk="1" latinLnBrk="0" hangingPunct="1">
        <a:lnSpc>
          <a:spcPct val="90000"/>
        </a:lnSpc>
        <a:spcBef>
          <a:spcPts val="405"/>
        </a:spcBef>
        <a:buFont typeface="Arial" panose="020B0604020202020204" pitchFamily="34" charset="0"/>
        <a:buChar char="•"/>
        <a:defRPr sz="1457" kern="1200">
          <a:solidFill>
            <a:schemeClr val="tx1"/>
          </a:solidFill>
          <a:latin typeface="+mn-lt"/>
          <a:ea typeface="+mn-ea"/>
          <a:cs typeface="+mn-cs"/>
        </a:defRPr>
      </a:lvl9pPr>
    </p:bodyStyle>
    <p:otherStyle>
      <a:defPPr>
        <a:defRPr lang="en-US"/>
      </a:defPPr>
      <a:lvl1pPr marL="0" algn="l" defTabSz="739942" rtl="0" eaLnBrk="1" latinLnBrk="0" hangingPunct="1">
        <a:defRPr sz="1457" kern="1200">
          <a:solidFill>
            <a:schemeClr val="tx1"/>
          </a:solidFill>
          <a:latin typeface="+mn-lt"/>
          <a:ea typeface="+mn-ea"/>
          <a:cs typeface="+mn-cs"/>
        </a:defRPr>
      </a:lvl1pPr>
      <a:lvl2pPr marL="369972" algn="l" defTabSz="739942" rtl="0" eaLnBrk="1" latinLnBrk="0" hangingPunct="1">
        <a:defRPr sz="1457" kern="1200">
          <a:solidFill>
            <a:schemeClr val="tx1"/>
          </a:solidFill>
          <a:latin typeface="+mn-lt"/>
          <a:ea typeface="+mn-ea"/>
          <a:cs typeface="+mn-cs"/>
        </a:defRPr>
      </a:lvl2pPr>
      <a:lvl3pPr marL="739942" algn="l" defTabSz="739942" rtl="0" eaLnBrk="1" latinLnBrk="0" hangingPunct="1">
        <a:defRPr sz="1457" kern="1200">
          <a:solidFill>
            <a:schemeClr val="tx1"/>
          </a:solidFill>
          <a:latin typeface="+mn-lt"/>
          <a:ea typeface="+mn-ea"/>
          <a:cs typeface="+mn-cs"/>
        </a:defRPr>
      </a:lvl3pPr>
      <a:lvl4pPr marL="1109912" algn="l" defTabSz="739942" rtl="0" eaLnBrk="1" latinLnBrk="0" hangingPunct="1">
        <a:defRPr sz="1457" kern="1200">
          <a:solidFill>
            <a:schemeClr val="tx1"/>
          </a:solidFill>
          <a:latin typeface="+mn-lt"/>
          <a:ea typeface="+mn-ea"/>
          <a:cs typeface="+mn-cs"/>
        </a:defRPr>
      </a:lvl4pPr>
      <a:lvl5pPr marL="1479883" algn="l" defTabSz="739942" rtl="0" eaLnBrk="1" latinLnBrk="0" hangingPunct="1">
        <a:defRPr sz="1457" kern="1200">
          <a:solidFill>
            <a:schemeClr val="tx1"/>
          </a:solidFill>
          <a:latin typeface="+mn-lt"/>
          <a:ea typeface="+mn-ea"/>
          <a:cs typeface="+mn-cs"/>
        </a:defRPr>
      </a:lvl5pPr>
      <a:lvl6pPr marL="1849854" algn="l" defTabSz="739942" rtl="0" eaLnBrk="1" latinLnBrk="0" hangingPunct="1">
        <a:defRPr sz="1457" kern="1200">
          <a:solidFill>
            <a:schemeClr val="tx1"/>
          </a:solidFill>
          <a:latin typeface="+mn-lt"/>
          <a:ea typeface="+mn-ea"/>
          <a:cs typeface="+mn-cs"/>
        </a:defRPr>
      </a:lvl6pPr>
      <a:lvl7pPr marL="2219823" algn="l" defTabSz="739942" rtl="0" eaLnBrk="1" latinLnBrk="0" hangingPunct="1">
        <a:defRPr sz="1457" kern="1200">
          <a:solidFill>
            <a:schemeClr val="tx1"/>
          </a:solidFill>
          <a:latin typeface="+mn-lt"/>
          <a:ea typeface="+mn-ea"/>
          <a:cs typeface="+mn-cs"/>
        </a:defRPr>
      </a:lvl7pPr>
      <a:lvl8pPr marL="2589794" algn="l" defTabSz="739942" rtl="0" eaLnBrk="1" latinLnBrk="0" hangingPunct="1">
        <a:defRPr sz="1457" kern="1200">
          <a:solidFill>
            <a:schemeClr val="tx1"/>
          </a:solidFill>
          <a:latin typeface="+mn-lt"/>
          <a:ea typeface="+mn-ea"/>
          <a:cs typeface="+mn-cs"/>
        </a:defRPr>
      </a:lvl8pPr>
      <a:lvl9pPr marL="2959766" algn="l" defTabSz="739942" rtl="0" eaLnBrk="1" latinLnBrk="0" hangingPunct="1">
        <a:defRPr sz="1457"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328" userDrawn="1">
          <p15:clr>
            <a:srgbClr val="F26B43"/>
          </p15:clr>
        </p15:guide>
        <p15:guide id="2" pos="227" userDrawn="1">
          <p15:clr>
            <a:srgbClr val="F26B43"/>
          </p15:clr>
        </p15:guide>
        <p15:guide id="3" pos="4092" userDrawn="1">
          <p15:clr>
            <a:srgbClr val="F26B43"/>
          </p15:clr>
        </p15:guide>
        <p15:guide id="6" orient="horz" pos="296" userDrawn="1">
          <p15:clr>
            <a:srgbClr val="F26B43"/>
          </p15:clr>
        </p15:guide>
        <p15:guide id="8" orient="horz" pos="653" userDrawn="1">
          <p15:clr>
            <a:srgbClr val="F26B43"/>
          </p15:clr>
        </p15:guide>
        <p15:guide id="9" orient="horz" pos="903"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0.xml"/><Relationship Id="rId5" Type="http://schemas.openxmlformats.org/officeDocument/2006/relationships/image" Target="../media/image2.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AC24D84-F3A0-4FEF-AE9B-EAF0381A9B47}"/>
              </a:ext>
            </a:extLst>
          </p:cNvPr>
          <p:cNvPicPr>
            <a:picLocks noChangeAspect="1"/>
          </p:cNvPicPr>
          <p:nvPr/>
        </p:nvPicPr>
        <p:blipFill>
          <a:blip r:embed="rId3" cstate="print">
            <a:alphaModFix/>
            <a:extLst>
              <a:ext uri="{BEBA8EAE-BF5A-486C-A8C5-ECC9F3942E4B}">
                <a14:imgProps xmlns:a14="http://schemas.microsoft.com/office/drawing/2010/main">
                  <a14:imgLayer r:embed="rId4">
                    <a14:imgEffect>
                      <a14:colorTemperature colorTemp="9130"/>
                    </a14:imgEffect>
                  </a14:imgLayer>
                </a14:imgProps>
              </a:ext>
              <a:ext uri="{28A0092B-C50C-407E-A947-70E740481C1C}">
                <a14:useLocalDpi xmlns:a14="http://schemas.microsoft.com/office/drawing/2010/main" val="0"/>
              </a:ext>
            </a:extLst>
          </a:blip>
          <a:srcRect l="1087" r="1087"/>
          <a:stretch/>
        </p:blipFill>
        <p:spPr>
          <a:xfrm>
            <a:off x="9625" y="10510"/>
            <a:ext cx="6850724" cy="9895490"/>
          </a:xfrm>
          <a:prstGeom prst="rect">
            <a:avLst/>
          </a:prstGeom>
          <a:ln w="0">
            <a:solidFill>
              <a:schemeClr val="tx1"/>
            </a:solidFill>
          </a:ln>
        </p:spPr>
      </p:pic>
      <p:sp>
        <p:nvSpPr>
          <p:cNvPr id="17" name="TextBox 16">
            <a:extLst>
              <a:ext uri="{FF2B5EF4-FFF2-40B4-BE49-F238E27FC236}">
                <a16:creationId xmlns:a16="http://schemas.microsoft.com/office/drawing/2014/main" id="{7DAB0C40-2732-4263-85A6-F716BDDA53D5}"/>
              </a:ext>
            </a:extLst>
          </p:cNvPr>
          <p:cNvSpPr txBox="1"/>
          <p:nvPr/>
        </p:nvSpPr>
        <p:spPr>
          <a:xfrm>
            <a:off x="644430" y="3712074"/>
            <a:ext cx="4496520" cy="494793"/>
          </a:xfrm>
          <a:prstGeom prst="rect">
            <a:avLst/>
          </a:prstGeom>
          <a:noFill/>
        </p:spPr>
        <p:txBody>
          <a:bodyPr wrap="square" lIns="58266" tIns="58266" rIns="58266" bIns="58266" rtlCol="0">
            <a:noAutofit/>
          </a:bodyPr>
          <a:lstStyle/>
          <a:p>
            <a:pPr>
              <a:spcAft>
                <a:spcPts val="647"/>
              </a:spcAft>
            </a:pPr>
            <a:r>
              <a:rPr lang="en-US" sz="2400" dirty="0">
                <a:solidFill>
                  <a:srgbClr val="ACEAFF"/>
                </a:solidFill>
                <a:latin typeface="KPMG Bold" panose="020B0803030202040204" pitchFamily="34" charset="0"/>
              </a:rPr>
              <a:t>Audit Associate 1 </a:t>
            </a:r>
          </a:p>
          <a:p>
            <a:pPr>
              <a:spcAft>
                <a:spcPts val="647"/>
              </a:spcAft>
            </a:pPr>
            <a:endParaRPr lang="en-US" sz="1050" dirty="0">
              <a:solidFill>
                <a:schemeClr val="bg1"/>
              </a:solidFill>
            </a:endParaRPr>
          </a:p>
        </p:txBody>
      </p:sp>
      <p:sp>
        <p:nvSpPr>
          <p:cNvPr id="18" name="TextBox 17">
            <a:extLst>
              <a:ext uri="{FF2B5EF4-FFF2-40B4-BE49-F238E27FC236}">
                <a16:creationId xmlns:a16="http://schemas.microsoft.com/office/drawing/2014/main" id="{88E60CE7-AAAF-4C61-9FF0-AD3135BC9349}"/>
              </a:ext>
            </a:extLst>
          </p:cNvPr>
          <p:cNvSpPr txBox="1"/>
          <p:nvPr/>
        </p:nvSpPr>
        <p:spPr>
          <a:xfrm>
            <a:off x="644429" y="4298343"/>
            <a:ext cx="5180173" cy="346998"/>
          </a:xfrm>
          <a:prstGeom prst="rect">
            <a:avLst/>
          </a:prstGeom>
          <a:noFill/>
        </p:spPr>
        <p:txBody>
          <a:bodyPr wrap="square" lIns="58266" tIns="58266" rIns="58266" bIns="58266" rtlCol="0">
            <a:noAutofit/>
          </a:bodyPr>
          <a:lstStyle/>
          <a:p>
            <a:pPr>
              <a:spcAft>
                <a:spcPts val="647"/>
              </a:spcAft>
            </a:pPr>
            <a:r>
              <a:rPr lang="en-US" sz="1100" b="1" dirty="0">
                <a:solidFill>
                  <a:schemeClr val="bg1"/>
                </a:solidFill>
              </a:rPr>
              <a:t>Business Unit: KGS Audit (KPMG Resource Center Private Limited) </a:t>
            </a:r>
            <a:endParaRPr lang="en-US" sz="1100" dirty="0">
              <a:solidFill>
                <a:schemeClr val="bg1"/>
              </a:solidFill>
            </a:endParaRPr>
          </a:p>
        </p:txBody>
      </p:sp>
      <p:sp>
        <p:nvSpPr>
          <p:cNvPr id="19" name="TextBox 18">
            <a:extLst>
              <a:ext uri="{FF2B5EF4-FFF2-40B4-BE49-F238E27FC236}">
                <a16:creationId xmlns:a16="http://schemas.microsoft.com/office/drawing/2014/main" id="{6178D508-E86C-491F-9BAD-6E7A88A192BA}"/>
              </a:ext>
            </a:extLst>
          </p:cNvPr>
          <p:cNvSpPr txBox="1"/>
          <p:nvPr/>
        </p:nvSpPr>
        <p:spPr>
          <a:xfrm>
            <a:off x="644430" y="4625671"/>
            <a:ext cx="4496520" cy="346998"/>
          </a:xfrm>
          <a:prstGeom prst="rect">
            <a:avLst/>
          </a:prstGeom>
          <a:noFill/>
        </p:spPr>
        <p:txBody>
          <a:bodyPr wrap="square" lIns="58266" tIns="58266" rIns="58266" bIns="58266" rtlCol="0">
            <a:noAutofit/>
          </a:bodyPr>
          <a:lstStyle/>
          <a:p>
            <a:pPr>
              <a:spcAft>
                <a:spcPts val="647"/>
              </a:spcAft>
            </a:pPr>
            <a:r>
              <a:rPr lang="en-US" sz="1100" b="1" dirty="0">
                <a:solidFill>
                  <a:schemeClr val="bg1"/>
                </a:solidFill>
              </a:rPr>
              <a:t>Service Line: Audit</a:t>
            </a:r>
            <a:endParaRPr lang="en-US" sz="1100" dirty="0">
              <a:solidFill>
                <a:schemeClr val="bg1"/>
              </a:solidFill>
            </a:endParaRPr>
          </a:p>
        </p:txBody>
      </p:sp>
      <p:sp>
        <p:nvSpPr>
          <p:cNvPr id="20" name="TextBox 19">
            <a:extLst>
              <a:ext uri="{FF2B5EF4-FFF2-40B4-BE49-F238E27FC236}">
                <a16:creationId xmlns:a16="http://schemas.microsoft.com/office/drawing/2014/main" id="{AD9A1D76-4BB5-4F40-8B06-85251CCBCEF3}"/>
              </a:ext>
            </a:extLst>
          </p:cNvPr>
          <p:cNvSpPr txBox="1"/>
          <p:nvPr/>
        </p:nvSpPr>
        <p:spPr>
          <a:xfrm>
            <a:off x="644430" y="4953000"/>
            <a:ext cx="4496520" cy="346998"/>
          </a:xfrm>
          <a:prstGeom prst="rect">
            <a:avLst/>
          </a:prstGeom>
          <a:noFill/>
        </p:spPr>
        <p:txBody>
          <a:bodyPr wrap="square" lIns="58266" tIns="58266" rIns="58266" bIns="58266" rtlCol="0">
            <a:noAutofit/>
          </a:bodyPr>
          <a:lstStyle/>
          <a:p>
            <a:pPr>
              <a:spcAft>
                <a:spcPts val="647"/>
              </a:spcAft>
            </a:pPr>
            <a:r>
              <a:rPr lang="en-US" sz="1100" b="1" dirty="0">
                <a:solidFill>
                  <a:schemeClr val="bg1"/>
                </a:solidFill>
              </a:rPr>
              <a:t>Location: Gurugram/Noida/Bengaluru/Mumbai</a:t>
            </a:r>
            <a:endParaRPr lang="en-US" sz="1100" dirty="0">
              <a:solidFill>
                <a:schemeClr val="bg1"/>
              </a:solidFill>
            </a:endParaRPr>
          </a:p>
        </p:txBody>
      </p:sp>
      <p:cxnSp>
        <p:nvCxnSpPr>
          <p:cNvPr id="23" name="Straight Connector 22">
            <a:extLst>
              <a:ext uri="{FF2B5EF4-FFF2-40B4-BE49-F238E27FC236}">
                <a16:creationId xmlns:a16="http://schemas.microsoft.com/office/drawing/2014/main" id="{3D9AEDAA-7815-4C81-86B7-E9282072B862}"/>
              </a:ext>
            </a:extLst>
          </p:cNvPr>
          <p:cNvCxnSpPr/>
          <p:nvPr/>
        </p:nvCxnSpPr>
        <p:spPr>
          <a:xfrm>
            <a:off x="644430" y="4246073"/>
            <a:ext cx="3536752" cy="0"/>
          </a:xfrm>
          <a:prstGeom prst="line">
            <a:avLst/>
          </a:prstGeom>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5023147A-746C-40ED-827E-62B17B3EF38D}"/>
              </a:ext>
            </a:extLst>
          </p:cNvPr>
          <p:cNvSpPr txBox="1"/>
          <p:nvPr/>
        </p:nvSpPr>
        <p:spPr>
          <a:xfrm>
            <a:off x="644430" y="3512439"/>
            <a:ext cx="1099546" cy="346998"/>
          </a:xfrm>
          <a:prstGeom prst="rect">
            <a:avLst/>
          </a:prstGeom>
          <a:noFill/>
        </p:spPr>
        <p:txBody>
          <a:bodyPr wrap="square" lIns="58266" tIns="58266" rIns="58266" bIns="58266" rtlCol="0">
            <a:noAutofit/>
          </a:bodyPr>
          <a:lstStyle/>
          <a:p>
            <a:pPr>
              <a:spcAft>
                <a:spcPts val="647"/>
              </a:spcAft>
            </a:pPr>
            <a:r>
              <a:rPr lang="en-US" sz="1100" b="1" dirty="0">
                <a:solidFill>
                  <a:schemeClr val="bg1"/>
                </a:solidFill>
              </a:rPr>
              <a:t>Job title:</a:t>
            </a:r>
            <a:endParaRPr lang="en-US" sz="1100" dirty="0">
              <a:solidFill>
                <a:schemeClr val="bg1"/>
              </a:solidFill>
            </a:endParaRPr>
          </a:p>
        </p:txBody>
      </p:sp>
      <p:pic>
        <p:nvPicPr>
          <p:cNvPr id="10" name="Picture 9" descr="Graphical user interface, text, application&#10;&#10;Description automatically generated">
            <a:extLst>
              <a:ext uri="{FF2B5EF4-FFF2-40B4-BE49-F238E27FC236}">
                <a16:creationId xmlns:a16="http://schemas.microsoft.com/office/drawing/2014/main" id="{B8BF0B5E-AC7E-4A3B-9D7E-98735DA4FBA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44430" y="6939408"/>
            <a:ext cx="1992287" cy="2028451"/>
          </a:xfrm>
          <a:prstGeom prst="rect">
            <a:avLst/>
          </a:prstGeom>
        </p:spPr>
      </p:pic>
    </p:spTree>
    <p:extLst>
      <p:ext uri="{BB962C8B-B14F-4D97-AF65-F5344CB8AC3E}">
        <p14:creationId xmlns:p14="http://schemas.microsoft.com/office/powerpoint/2010/main" val="28957340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raphic 11">
            <a:extLst>
              <a:ext uri="{FF2B5EF4-FFF2-40B4-BE49-F238E27FC236}">
                <a16:creationId xmlns:a16="http://schemas.microsoft.com/office/drawing/2014/main" id="{7633C0C9-9EA3-41CE-9543-63978CDEB6E7}"/>
              </a:ext>
            </a:extLst>
          </p:cNvPr>
          <p:cNvSpPr/>
          <p:nvPr/>
        </p:nvSpPr>
        <p:spPr>
          <a:xfrm>
            <a:off x="0" y="0"/>
            <a:ext cx="2214695" cy="9939020"/>
          </a:xfrm>
          <a:custGeom>
            <a:avLst/>
            <a:gdLst>
              <a:gd name="connsiteX0" fmla="*/ 0 w 3085744"/>
              <a:gd name="connsiteY0" fmla="*/ 0 h 9939020"/>
              <a:gd name="connsiteX1" fmla="*/ 3085744 w 3085744"/>
              <a:gd name="connsiteY1" fmla="*/ 0 h 9939020"/>
              <a:gd name="connsiteX2" fmla="*/ 3085744 w 3085744"/>
              <a:gd name="connsiteY2" fmla="*/ 9939020 h 9939020"/>
              <a:gd name="connsiteX3" fmla="*/ 0 w 3085744"/>
              <a:gd name="connsiteY3" fmla="*/ 9939020 h 9939020"/>
            </a:gdLst>
            <a:ahLst/>
            <a:cxnLst>
              <a:cxn ang="0">
                <a:pos x="connsiteX0" y="connsiteY0"/>
              </a:cxn>
              <a:cxn ang="0">
                <a:pos x="connsiteX1" y="connsiteY1"/>
              </a:cxn>
              <a:cxn ang="0">
                <a:pos x="connsiteX2" y="connsiteY2"/>
              </a:cxn>
              <a:cxn ang="0">
                <a:pos x="connsiteX3" y="connsiteY3"/>
              </a:cxn>
            </a:cxnLst>
            <a:rect l="l" t="t" r="r" b="b"/>
            <a:pathLst>
              <a:path w="3085744" h="9939020">
                <a:moveTo>
                  <a:pt x="0" y="0"/>
                </a:moveTo>
                <a:lnTo>
                  <a:pt x="3085744" y="0"/>
                </a:lnTo>
                <a:lnTo>
                  <a:pt x="3085744" y="9939020"/>
                </a:lnTo>
                <a:lnTo>
                  <a:pt x="0" y="9939020"/>
                </a:lnTo>
                <a:close/>
              </a:path>
            </a:pathLst>
          </a:custGeom>
          <a:solidFill>
            <a:srgbClr val="7213EA"/>
          </a:solidFill>
          <a:ln w="53373" cap="flat">
            <a:noFill/>
            <a:prstDash val="solid"/>
            <a:miter/>
          </a:ln>
        </p:spPr>
        <p:txBody>
          <a:bodyPr rtlCol="0" anchor="ctr"/>
          <a:lstStyle/>
          <a:p>
            <a:endParaRPr lang="en-US" dirty="0"/>
          </a:p>
        </p:txBody>
      </p:sp>
      <p:pic>
        <p:nvPicPr>
          <p:cNvPr id="28" name="Picture 27" descr="Text, logo&#10;&#10;Description automatically generated">
            <a:extLst>
              <a:ext uri="{FF2B5EF4-FFF2-40B4-BE49-F238E27FC236}">
                <a16:creationId xmlns:a16="http://schemas.microsoft.com/office/drawing/2014/main" id="{6D4F3E87-DDE0-4026-8B6E-9CFAACBAC9B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06709" y="9353708"/>
            <a:ext cx="689341" cy="276146"/>
          </a:xfrm>
          <a:prstGeom prst="rect">
            <a:avLst/>
          </a:prstGeom>
        </p:spPr>
      </p:pic>
      <p:sp>
        <p:nvSpPr>
          <p:cNvPr id="17" name="TextBox 16">
            <a:extLst>
              <a:ext uri="{FF2B5EF4-FFF2-40B4-BE49-F238E27FC236}">
                <a16:creationId xmlns:a16="http://schemas.microsoft.com/office/drawing/2014/main" id="{75DE803B-A3D4-469A-B7D2-A18137E9A324}"/>
              </a:ext>
            </a:extLst>
          </p:cNvPr>
          <p:cNvSpPr txBox="1"/>
          <p:nvPr/>
        </p:nvSpPr>
        <p:spPr>
          <a:xfrm>
            <a:off x="123308" y="293731"/>
            <a:ext cx="2206671" cy="494794"/>
          </a:xfrm>
          <a:prstGeom prst="rect">
            <a:avLst/>
          </a:prstGeom>
          <a:noFill/>
        </p:spPr>
        <p:txBody>
          <a:bodyPr wrap="square" lIns="58266" tIns="58266" rIns="58266" bIns="58266" rtlCol="0">
            <a:noAutofit/>
          </a:bodyPr>
          <a:lstStyle/>
          <a:p>
            <a:pPr>
              <a:spcAft>
                <a:spcPts val="647"/>
              </a:spcAft>
            </a:pPr>
            <a:r>
              <a:rPr lang="en-US" sz="2400" dirty="0">
                <a:solidFill>
                  <a:srgbClr val="ACEAFF"/>
                </a:solidFill>
                <a:latin typeface="KPMG Bold" panose="020B0803030202040204" pitchFamily="34" charset="0"/>
              </a:rPr>
              <a:t>About us</a:t>
            </a:r>
            <a:endParaRPr lang="en-US" sz="1050" dirty="0">
              <a:solidFill>
                <a:schemeClr val="bg1"/>
              </a:solidFill>
            </a:endParaRPr>
          </a:p>
        </p:txBody>
      </p:sp>
      <p:sp>
        <p:nvSpPr>
          <p:cNvPr id="20" name="TextBox 19">
            <a:extLst>
              <a:ext uri="{FF2B5EF4-FFF2-40B4-BE49-F238E27FC236}">
                <a16:creationId xmlns:a16="http://schemas.microsoft.com/office/drawing/2014/main" id="{76CC9FDD-4294-4BB7-96F2-BE948385E842}"/>
              </a:ext>
            </a:extLst>
          </p:cNvPr>
          <p:cNvSpPr txBox="1"/>
          <p:nvPr/>
        </p:nvSpPr>
        <p:spPr>
          <a:xfrm>
            <a:off x="115284" y="790870"/>
            <a:ext cx="1865916" cy="7652526"/>
          </a:xfrm>
          <a:prstGeom prst="rect">
            <a:avLst/>
          </a:prstGeom>
          <a:noFill/>
        </p:spPr>
        <p:txBody>
          <a:bodyPr wrap="square" lIns="58266" tIns="58266" rIns="58266" bIns="58266" rtlCol="0" anchor="t">
            <a:noAutofit/>
          </a:bodyPr>
          <a:lstStyle/>
          <a:p>
            <a:r>
              <a:rPr lang="en-US" sz="1050" dirty="0">
                <a:solidFill>
                  <a:schemeClr val="bg1"/>
                </a:solidFill>
                <a:ea typeface="+mn-lt"/>
                <a:cs typeface="+mn-lt"/>
              </a:rPr>
              <a:t>KPMG Resource Centre (KRC) is a team of 3,300+ colleagues serving audit clients of primarily KPMG Europe and a few other countries. KRC’s services include end-to-end Audits, IT Audits, Data Analytics, Engagement Support Hub, Transaction </a:t>
            </a:r>
          </a:p>
          <a:p>
            <a:r>
              <a:rPr lang="en-US" sz="1050" dirty="0">
                <a:solidFill>
                  <a:schemeClr val="bg1"/>
                </a:solidFill>
                <a:ea typeface="+mn-lt"/>
                <a:cs typeface="+mn-lt"/>
              </a:rPr>
              <a:t>Assurance and ESG, among others. The business supports multiple sectors and is currently present in Bengaluru, Gurugram, Noida and Mumbai. </a:t>
            </a:r>
          </a:p>
          <a:p>
            <a:endParaRPr lang="en-US" sz="1050" dirty="0">
              <a:solidFill>
                <a:schemeClr val="bg1"/>
              </a:solidFill>
              <a:ea typeface="+mn-lt"/>
              <a:cs typeface="+mn-lt"/>
            </a:endParaRPr>
          </a:p>
          <a:p>
            <a:br>
              <a:rPr lang="en-US" sz="1050" dirty="0">
                <a:solidFill>
                  <a:schemeClr val="bg1"/>
                </a:solidFill>
                <a:ea typeface="+mn-lt"/>
                <a:cs typeface="+mn-lt"/>
              </a:rPr>
            </a:br>
            <a:r>
              <a:rPr lang="en-US" sz="1050" b="1" dirty="0">
                <a:solidFill>
                  <a:schemeClr val="bg1"/>
                </a:solidFill>
                <a:ea typeface="+mn-lt"/>
                <a:cs typeface="+mn-lt"/>
              </a:rPr>
              <a:t>Through your work, you’ll build a global network and unlock opportunities that you may not have thought possible with access to great support, vast resources, and an inclusive, supportive environment to help you reach your full potential.</a:t>
            </a:r>
          </a:p>
          <a:p>
            <a:endParaRPr lang="en-US" sz="1050" dirty="0">
              <a:solidFill>
                <a:schemeClr val="bg1"/>
              </a:solidFill>
              <a:ea typeface="+mn-lt"/>
              <a:cs typeface="+mn-lt"/>
            </a:endParaRPr>
          </a:p>
          <a:p>
            <a:pPr>
              <a:lnSpc>
                <a:spcPct val="113999"/>
              </a:lnSpc>
              <a:spcAft>
                <a:spcPts val="647"/>
              </a:spcAft>
            </a:pPr>
            <a:endParaRPr lang="en-US" sz="1050" dirty="0">
              <a:solidFill>
                <a:schemeClr val="bg1"/>
              </a:solidFill>
              <a:cs typeface="Arial"/>
            </a:endParaRPr>
          </a:p>
          <a:p>
            <a:pPr>
              <a:lnSpc>
                <a:spcPct val="114000"/>
              </a:lnSpc>
              <a:spcAft>
                <a:spcPts val="647"/>
              </a:spcAft>
            </a:pPr>
            <a:endParaRPr lang="en-US" sz="1050" dirty="0">
              <a:solidFill>
                <a:schemeClr val="bg1"/>
              </a:solidFill>
            </a:endParaRPr>
          </a:p>
          <a:p>
            <a:pPr>
              <a:lnSpc>
                <a:spcPct val="114000"/>
              </a:lnSpc>
              <a:spcAft>
                <a:spcPts val="647"/>
              </a:spcAft>
            </a:pPr>
            <a:endParaRPr lang="en-US" sz="1050" dirty="0">
              <a:solidFill>
                <a:schemeClr val="bg1"/>
              </a:solidFill>
            </a:endParaRPr>
          </a:p>
        </p:txBody>
      </p:sp>
      <p:sp>
        <p:nvSpPr>
          <p:cNvPr id="4" name="TextBox 3">
            <a:extLst>
              <a:ext uri="{FF2B5EF4-FFF2-40B4-BE49-F238E27FC236}">
                <a16:creationId xmlns:a16="http://schemas.microsoft.com/office/drawing/2014/main" id="{D9102A0D-6AE4-93BE-813A-41AF1ADE5B40}"/>
              </a:ext>
            </a:extLst>
          </p:cNvPr>
          <p:cNvSpPr txBox="1"/>
          <p:nvPr/>
        </p:nvSpPr>
        <p:spPr>
          <a:xfrm>
            <a:off x="2418975" y="312981"/>
            <a:ext cx="4077075" cy="2582620"/>
          </a:xfrm>
          <a:prstGeom prst="rect">
            <a:avLst/>
          </a:prstGeom>
          <a:noFill/>
        </p:spPr>
        <p:txBody>
          <a:bodyPr wrap="square" lIns="58266" tIns="58266" rIns="58266" bIns="58266" rtlCol="0">
            <a:noAutofit/>
          </a:bodyPr>
          <a:lstStyle/>
          <a:p>
            <a:pPr>
              <a:spcAft>
                <a:spcPts val="647"/>
              </a:spcAft>
            </a:pPr>
            <a:r>
              <a:rPr lang="en-US" sz="2400" dirty="0">
                <a:solidFill>
                  <a:srgbClr val="1E49E2"/>
                </a:solidFill>
                <a:latin typeface="KPMG Bold" panose="020B0803030202040204" pitchFamily="34" charset="0"/>
              </a:rPr>
              <a:t>Job details</a:t>
            </a:r>
          </a:p>
          <a:p>
            <a:pPr marL="184995" indent="-184995">
              <a:spcAft>
                <a:spcPts val="647"/>
              </a:spcAft>
              <a:buFont typeface="Arial" panose="020B0604020202020204" pitchFamily="34" charset="0"/>
              <a:buChar char="•"/>
            </a:pPr>
            <a:r>
              <a:rPr lang="en-US" sz="1050" b="1" dirty="0">
                <a:solidFill>
                  <a:srgbClr val="00338D"/>
                </a:solidFill>
              </a:rPr>
              <a:t>Proposed designation</a:t>
            </a:r>
            <a:br>
              <a:rPr lang="en-US" sz="1050" b="1" dirty="0">
                <a:solidFill>
                  <a:srgbClr val="00338D"/>
                </a:solidFill>
              </a:rPr>
            </a:br>
            <a:r>
              <a:rPr lang="en-US" sz="1050" dirty="0">
                <a:solidFill>
                  <a:srgbClr val="00338D"/>
                </a:solidFill>
              </a:rPr>
              <a:t>Audit Associate 1</a:t>
            </a:r>
          </a:p>
          <a:p>
            <a:pPr marL="184995" indent="-184995">
              <a:spcAft>
                <a:spcPts val="647"/>
              </a:spcAft>
              <a:buFont typeface="Arial" panose="020B0604020202020204" pitchFamily="34" charset="0"/>
              <a:buChar char="•"/>
            </a:pPr>
            <a:r>
              <a:rPr lang="en-US" sz="1050" b="1" dirty="0">
                <a:solidFill>
                  <a:srgbClr val="00338D"/>
                </a:solidFill>
              </a:rPr>
              <a:t>Role type</a:t>
            </a:r>
            <a:br>
              <a:rPr lang="en-US" sz="1050" b="1" dirty="0">
                <a:solidFill>
                  <a:srgbClr val="00338D"/>
                </a:solidFill>
              </a:rPr>
            </a:br>
            <a:r>
              <a:rPr lang="en-US" sz="1050" dirty="0">
                <a:solidFill>
                  <a:srgbClr val="00338D"/>
                </a:solidFill>
              </a:rPr>
              <a:t>Audit Associate 1</a:t>
            </a:r>
          </a:p>
          <a:p>
            <a:pPr marL="184995" indent="-184995">
              <a:spcAft>
                <a:spcPts val="647"/>
              </a:spcAft>
              <a:buFont typeface="Arial" panose="020B0604020202020204" pitchFamily="34" charset="0"/>
              <a:buChar char="•"/>
            </a:pPr>
            <a:r>
              <a:rPr lang="en-US" sz="1050" b="1" dirty="0">
                <a:solidFill>
                  <a:srgbClr val="00338D"/>
                </a:solidFill>
              </a:rPr>
              <a:t>Reporting to </a:t>
            </a:r>
            <a:br>
              <a:rPr lang="en-US" sz="1050" b="1" dirty="0">
                <a:solidFill>
                  <a:srgbClr val="00338D"/>
                </a:solidFill>
              </a:rPr>
            </a:br>
            <a:r>
              <a:rPr lang="en-US" sz="1050" dirty="0">
                <a:solidFill>
                  <a:srgbClr val="00338D"/>
                </a:solidFill>
              </a:rPr>
              <a:t>Grade D (Senior/ AM)</a:t>
            </a:r>
          </a:p>
          <a:p>
            <a:pPr marL="171450" indent="-171450">
              <a:spcAft>
                <a:spcPts val="647"/>
              </a:spcAft>
              <a:buFont typeface="Arial" panose="020B0604020202020204" pitchFamily="34" charset="0"/>
              <a:buChar char="•"/>
            </a:pPr>
            <a:r>
              <a:rPr lang="en-US" sz="1050" b="1" dirty="0">
                <a:solidFill>
                  <a:srgbClr val="00338D"/>
                </a:solidFill>
              </a:rPr>
              <a:t>Work timings</a:t>
            </a:r>
            <a:br>
              <a:rPr lang="en-US" sz="1050" b="1" dirty="0">
                <a:solidFill>
                  <a:srgbClr val="00338D"/>
                </a:solidFill>
              </a:rPr>
            </a:br>
            <a:r>
              <a:rPr lang="en-US" sz="1050" dirty="0">
                <a:solidFill>
                  <a:srgbClr val="00338D"/>
                </a:solidFill>
              </a:rPr>
              <a:t>9:00 am  to 5:30 pm subject to client deliverables and commitments</a:t>
            </a:r>
            <a:br>
              <a:rPr lang="en-US" sz="1050" dirty="0">
                <a:solidFill>
                  <a:srgbClr val="00338D"/>
                </a:solidFill>
              </a:rPr>
            </a:br>
            <a:endParaRPr lang="en-US" sz="1050" dirty="0">
              <a:solidFill>
                <a:srgbClr val="00338D"/>
              </a:solidFill>
              <a:highlight>
                <a:srgbClr val="FFFF00"/>
              </a:highlight>
            </a:endParaRPr>
          </a:p>
          <a:p>
            <a:pPr>
              <a:spcAft>
                <a:spcPts val="647"/>
              </a:spcAft>
            </a:pPr>
            <a:endParaRPr lang="en-US" sz="1050" dirty="0">
              <a:solidFill>
                <a:srgbClr val="00338D"/>
              </a:solidFill>
            </a:endParaRPr>
          </a:p>
          <a:p>
            <a:pPr>
              <a:spcAft>
                <a:spcPts val="647"/>
              </a:spcAft>
            </a:pPr>
            <a:r>
              <a:rPr lang="en-US" sz="2400" dirty="0">
                <a:solidFill>
                  <a:srgbClr val="1E49E2"/>
                </a:solidFill>
                <a:latin typeface="KPMG Bold" panose="020B0803030202040204" pitchFamily="34" charset="0"/>
              </a:rPr>
              <a:t> </a:t>
            </a:r>
            <a:endParaRPr lang="en-US" sz="1050" dirty="0">
              <a:solidFill>
                <a:srgbClr val="1E49E2"/>
              </a:solidFill>
            </a:endParaRPr>
          </a:p>
        </p:txBody>
      </p:sp>
      <p:sp>
        <p:nvSpPr>
          <p:cNvPr id="5" name="TextBox 4">
            <a:extLst>
              <a:ext uri="{FF2B5EF4-FFF2-40B4-BE49-F238E27FC236}">
                <a16:creationId xmlns:a16="http://schemas.microsoft.com/office/drawing/2014/main" id="{1719CF02-C556-15FD-9A55-632560971DFF}"/>
              </a:ext>
            </a:extLst>
          </p:cNvPr>
          <p:cNvSpPr txBox="1"/>
          <p:nvPr/>
        </p:nvSpPr>
        <p:spPr>
          <a:xfrm>
            <a:off x="2418975" y="3170435"/>
            <a:ext cx="4172894" cy="4580811"/>
          </a:xfrm>
          <a:prstGeom prst="rect">
            <a:avLst/>
          </a:prstGeom>
          <a:noFill/>
        </p:spPr>
        <p:txBody>
          <a:bodyPr wrap="square" lIns="58266" tIns="58266" rIns="58266" bIns="58266" rtlCol="0">
            <a:noAutofit/>
          </a:bodyPr>
          <a:lstStyle/>
          <a:p>
            <a:pPr>
              <a:spcAft>
                <a:spcPts val="647"/>
              </a:spcAft>
            </a:pPr>
            <a:r>
              <a:rPr lang="en-US" sz="2400" dirty="0">
                <a:solidFill>
                  <a:srgbClr val="1E49E2"/>
                </a:solidFill>
                <a:latin typeface="KPMG Bold" panose="020B0803030202040204" pitchFamily="34" charset="0"/>
              </a:rPr>
              <a:t>Roles &amp; responsibilities </a:t>
            </a:r>
          </a:p>
          <a:p>
            <a:pPr marL="171450" indent="-171450">
              <a:spcAft>
                <a:spcPts val="647"/>
              </a:spcAft>
              <a:buFont typeface="Arial" panose="020B0604020202020204" pitchFamily="34" charset="0"/>
              <a:buChar char="•"/>
            </a:pPr>
            <a:r>
              <a:rPr lang="en-US" sz="1050" dirty="0">
                <a:solidFill>
                  <a:srgbClr val="00338D"/>
                </a:solidFill>
              </a:rPr>
              <a:t>Auditing financial statements of companies as per country specific statutory requirements</a:t>
            </a:r>
          </a:p>
          <a:p>
            <a:pPr marL="171450" indent="-171450">
              <a:spcAft>
                <a:spcPts val="647"/>
              </a:spcAft>
              <a:buFont typeface="Arial" panose="020B0604020202020204" pitchFamily="34" charset="0"/>
              <a:buChar char="•"/>
            </a:pPr>
            <a:r>
              <a:rPr lang="en-US" sz="1050" dirty="0">
                <a:solidFill>
                  <a:srgbClr val="00338D"/>
                </a:solidFill>
              </a:rPr>
              <a:t>Building relationships with onshore team members sitting across different locations</a:t>
            </a:r>
          </a:p>
          <a:p>
            <a:pPr marL="171450" indent="-171450">
              <a:spcAft>
                <a:spcPts val="647"/>
              </a:spcAft>
              <a:buFont typeface="Arial" panose="020B0604020202020204" pitchFamily="34" charset="0"/>
              <a:buChar char="•"/>
            </a:pPr>
            <a:r>
              <a:rPr lang="en-US" sz="1050" dirty="0">
                <a:solidFill>
                  <a:srgbClr val="00338D"/>
                </a:solidFill>
              </a:rPr>
              <a:t>Reviewing financial statements of international companies for compliance with legislative and accounting standards, mathematical accuracy and consistency</a:t>
            </a:r>
          </a:p>
          <a:p>
            <a:pPr>
              <a:spcAft>
                <a:spcPts val="647"/>
              </a:spcAft>
            </a:pPr>
            <a:br>
              <a:rPr lang="en-US" sz="1400" b="1" dirty="0">
                <a:solidFill>
                  <a:srgbClr val="00338D"/>
                </a:solidFill>
                <a:latin typeface="KPMG Bold" panose="020B0803030202040204" pitchFamily="34" charset="0"/>
              </a:rPr>
            </a:br>
            <a:endParaRPr lang="en-US" sz="1400" b="1" dirty="0">
              <a:solidFill>
                <a:srgbClr val="00338D"/>
              </a:solidFill>
              <a:latin typeface="KPMG Bold" panose="020B0803030202040204" pitchFamily="34" charset="0"/>
            </a:endParaRPr>
          </a:p>
          <a:p>
            <a:pPr>
              <a:spcAft>
                <a:spcPts val="647"/>
              </a:spcAft>
            </a:pPr>
            <a:endParaRPr lang="en-US" sz="1050" dirty="0">
              <a:solidFill>
                <a:srgbClr val="00338D"/>
              </a:solidFill>
            </a:endParaRPr>
          </a:p>
        </p:txBody>
      </p:sp>
    </p:spTree>
    <p:extLst>
      <p:ext uri="{BB962C8B-B14F-4D97-AF65-F5344CB8AC3E}">
        <p14:creationId xmlns:p14="http://schemas.microsoft.com/office/powerpoint/2010/main" val="31577065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raphic 11">
            <a:extLst>
              <a:ext uri="{FF2B5EF4-FFF2-40B4-BE49-F238E27FC236}">
                <a16:creationId xmlns:a16="http://schemas.microsoft.com/office/drawing/2014/main" id="{DBA74654-5AA0-FE7A-159B-5C5F5F4BC340}"/>
              </a:ext>
            </a:extLst>
          </p:cNvPr>
          <p:cNvSpPr/>
          <p:nvPr/>
        </p:nvSpPr>
        <p:spPr>
          <a:xfrm>
            <a:off x="0" y="0"/>
            <a:ext cx="2214695" cy="9939020"/>
          </a:xfrm>
          <a:custGeom>
            <a:avLst/>
            <a:gdLst>
              <a:gd name="connsiteX0" fmla="*/ 0 w 3085744"/>
              <a:gd name="connsiteY0" fmla="*/ 0 h 9939020"/>
              <a:gd name="connsiteX1" fmla="*/ 3085744 w 3085744"/>
              <a:gd name="connsiteY1" fmla="*/ 0 h 9939020"/>
              <a:gd name="connsiteX2" fmla="*/ 3085744 w 3085744"/>
              <a:gd name="connsiteY2" fmla="*/ 9939020 h 9939020"/>
              <a:gd name="connsiteX3" fmla="*/ 0 w 3085744"/>
              <a:gd name="connsiteY3" fmla="*/ 9939020 h 9939020"/>
            </a:gdLst>
            <a:ahLst/>
            <a:cxnLst>
              <a:cxn ang="0">
                <a:pos x="connsiteX0" y="connsiteY0"/>
              </a:cxn>
              <a:cxn ang="0">
                <a:pos x="connsiteX1" y="connsiteY1"/>
              </a:cxn>
              <a:cxn ang="0">
                <a:pos x="connsiteX2" y="connsiteY2"/>
              </a:cxn>
              <a:cxn ang="0">
                <a:pos x="connsiteX3" y="connsiteY3"/>
              </a:cxn>
            </a:cxnLst>
            <a:rect l="l" t="t" r="r" b="b"/>
            <a:pathLst>
              <a:path w="3085744" h="9939020">
                <a:moveTo>
                  <a:pt x="0" y="0"/>
                </a:moveTo>
                <a:lnTo>
                  <a:pt x="3085744" y="0"/>
                </a:lnTo>
                <a:lnTo>
                  <a:pt x="3085744" y="9939020"/>
                </a:lnTo>
                <a:lnTo>
                  <a:pt x="0" y="9939020"/>
                </a:lnTo>
                <a:close/>
              </a:path>
            </a:pathLst>
          </a:custGeom>
          <a:solidFill>
            <a:srgbClr val="7213EA"/>
          </a:solidFill>
          <a:ln w="53373" cap="flat">
            <a:noFill/>
            <a:prstDash val="solid"/>
            <a:miter/>
          </a:ln>
        </p:spPr>
        <p:txBody>
          <a:bodyPr rtlCol="0" anchor="ctr"/>
          <a:lstStyle/>
          <a:p>
            <a:endParaRPr lang="en-US" dirty="0"/>
          </a:p>
        </p:txBody>
      </p:sp>
      <p:sp>
        <p:nvSpPr>
          <p:cNvPr id="24" name="TextBox 23">
            <a:extLst>
              <a:ext uri="{FF2B5EF4-FFF2-40B4-BE49-F238E27FC236}">
                <a16:creationId xmlns:a16="http://schemas.microsoft.com/office/drawing/2014/main" id="{DC3524B3-3CA3-4184-9618-2396B9B40D66}"/>
              </a:ext>
            </a:extLst>
          </p:cNvPr>
          <p:cNvSpPr txBox="1"/>
          <p:nvPr/>
        </p:nvSpPr>
        <p:spPr>
          <a:xfrm>
            <a:off x="2452811" y="1484094"/>
            <a:ext cx="3824375" cy="494793"/>
          </a:xfrm>
          <a:prstGeom prst="rect">
            <a:avLst/>
          </a:prstGeom>
          <a:noFill/>
        </p:spPr>
        <p:txBody>
          <a:bodyPr wrap="square" lIns="58266" tIns="58266" rIns="58266" bIns="58266" rtlCol="0">
            <a:noAutofit/>
          </a:bodyPr>
          <a:lstStyle/>
          <a:p>
            <a:pPr>
              <a:spcAft>
                <a:spcPts val="647"/>
              </a:spcAft>
            </a:pPr>
            <a:endParaRPr lang="en-US" sz="1050" dirty="0">
              <a:solidFill>
                <a:srgbClr val="1E49E2"/>
              </a:solidFill>
            </a:endParaRPr>
          </a:p>
        </p:txBody>
      </p:sp>
      <p:pic>
        <p:nvPicPr>
          <p:cNvPr id="37" name="Picture 36" descr="Text, logo&#10;&#10;Description automatically generated">
            <a:extLst>
              <a:ext uri="{FF2B5EF4-FFF2-40B4-BE49-F238E27FC236}">
                <a16:creationId xmlns:a16="http://schemas.microsoft.com/office/drawing/2014/main" id="{4A947C23-AEEC-4B62-9D80-DA10C014C40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06709" y="9353708"/>
            <a:ext cx="689341" cy="276146"/>
          </a:xfrm>
          <a:prstGeom prst="rect">
            <a:avLst/>
          </a:prstGeom>
        </p:spPr>
      </p:pic>
      <p:sp>
        <p:nvSpPr>
          <p:cNvPr id="21" name="TextBox 20">
            <a:extLst>
              <a:ext uri="{FF2B5EF4-FFF2-40B4-BE49-F238E27FC236}">
                <a16:creationId xmlns:a16="http://schemas.microsoft.com/office/drawing/2014/main" id="{D2C1AD6F-7F74-4532-9C2B-B9709248EE7C}"/>
              </a:ext>
            </a:extLst>
          </p:cNvPr>
          <p:cNvSpPr txBox="1"/>
          <p:nvPr/>
        </p:nvSpPr>
        <p:spPr>
          <a:xfrm>
            <a:off x="182220" y="276953"/>
            <a:ext cx="1826690" cy="733700"/>
          </a:xfrm>
          <a:prstGeom prst="rect">
            <a:avLst/>
          </a:prstGeom>
          <a:noFill/>
        </p:spPr>
        <p:txBody>
          <a:bodyPr wrap="square" lIns="58266" tIns="58266" rIns="58266" bIns="58266" rtlCol="0">
            <a:noAutofit/>
          </a:bodyPr>
          <a:lstStyle/>
          <a:p>
            <a:pPr>
              <a:lnSpc>
                <a:spcPct val="80000"/>
              </a:lnSpc>
              <a:spcAft>
                <a:spcPts val="647"/>
              </a:spcAft>
            </a:pPr>
            <a:r>
              <a:rPr lang="en-US" sz="2400" dirty="0">
                <a:solidFill>
                  <a:srgbClr val="ACEAFF"/>
                </a:solidFill>
                <a:latin typeface="KPMG Bold" panose="020B0803030202040204" pitchFamily="34" charset="0"/>
              </a:rPr>
              <a:t>Come as you are </a:t>
            </a:r>
            <a:br>
              <a:rPr lang="en-US" sz="2400" dirty="0">
                <a:solidFill>
                  <a:srgbClr val="ACEAFF"/>
                </a:solidFill>
                <a:latin typeface="KPMG Bold" panose="020B0803030202040204" pitchFamily="34" charset="0"/>
              </a:rPr>
            </a:br>
            <a:r>
              <a:rPr lang="en-US" sz="2400" dirty="0">
                <a:solidFill>
                  <a:srgbClr val="ACEAFF"/>
                </a:solidFill>
                <a:latin typeface="KPMG Bold" panose="020B0803030202040204" pitchFamily="34" charset="0"/>
              </a:rPr>
              <a:t>at KGS</a:t>
            </a:r>
          </a:p>
        </p:txBody>
      </p:sp>
      <p:sp>
        <p:nvSpPr>
          <p:cNvPr id="22" name="TextBox 21">
            <a:extLst>
              <a:ext uri="{FF2B5EF4-FFF2-40B4-BE49-F238E27FC236}">
                <a16:creationId xmlns:a16="http://schemas.microsoft.com/office/drawing/2014/main" id="{8BE1B59D-1CA1-4C86-9A9F-354178B7814F}"/>
              </a:ext>
            </a:extLst>
          </p:cNvPr>
          <p:cNvSpPr txBox="1"/>
          <p:nvPr/>
        </p:nvSpPr>
        <p:spPr>
          <a:xfrm>
            <a:off x="182220" y="1081725"/>
            <a:ext cx="1729707" cy="7652526"/>
          </a:xfrm>
          <a:prstGeom prst="rect">
            <a:avLst/>
          </a:prstGeom>
          <a:noFill/>
        </p:spPr>
        <p:txBody>
          <a:bodyPr wrap="square" lIns="58266" tIns="58266" rIns="58266" bIns="58266" rtlCol="0">
            <a:noAutofit/>
          </a:bodyPr>
          <a:lstStyle/>
          <a:p>
            <a:pPr marL="0" marR="0">
              <a:spcBef>
                <a:spcPts val="0"/>
              </a:spcBef>
              <a:spcAft>
                <a:spcPts val="0"/>
              </a:spcAft>
            </a:pPr>
            <a:r>
              <a:rPr lang="en-US" sz="1050" dirty="0">
                <a:solidFill>
                  <a:schemeClr val="bg1"/>
                </a:solidFill>
              </a:rPr>
              <a:t>As a firm, we are deeply committed to diversity, inclusion and equity at our workplace. We offer a safe and inclusive environment built on trust, where all our colleagues can bring their authentic selves to work and know that their uniqueness is valued. </a:t>
            </a:r>
            <a:br>
              <a:rPr lang="en-US" sz="1050" dirty="0">
                <a:solidFill>
                  <a:schemeClr val="bg1"/>
                </a:solidFill>
              </a:rPr>
            </a:br>
            <a:endParaRPr lang="en-US" sz="1050" dirty="0">
              <a:solidFill>
                <a:schemeClr val="bg1"/>
              </a:solidFill>
            </a:endParaRPr>
          </a:p>
          <a:p>
            <a:pPr marL="0" marR="0">
              <a:spcBef>
                <a:spcPts val="0"/>
              </a:spcBef>
              <a:spcAft>
                <a:spcPts val="0"/>
              </a:spcAft>
            </a:pPr>
            <a:r>
              <a:rPr lang="en-US" sz="1050" dirty="0">
                <a:solidFill>
                  <a:schemeClr val="bg1"/>
                </a:solidFill>
              </a:rPr>
              <a:t>We prohibit unfair treatment of applicants and employees and discrimination on any ground, including but not limited to, caste, religion, color, ancestry, marital status, medical condition, sex, gender identity and/or expression, sexual orientation, age, nationality, cultural origin, family or parental status, defense veterans, physical, mental or sensory disability or any other status or characteristic protected by applicable Indian laws and regulations.</a:t>
            </a:r>
          </a:p>
        </p:txBody>
      </p:sp>
      <p:sp>
        <p:nvSpPr>
          <p:cNvPr id="31" name="TextBox 30">
            <a:extLst>
              <a:ext uri="{FF2B5EF4-FFF2-40B4-BE49-F238E27FC236}">
                <a16:creationId xmlns:a16="http://schemas.microsoft.com/office/drawing/2014/main" id="{5D911B7F-346C-48F4-8DA6-53D8CE058B7A}"/>
              </a:ext>
            </a:extLst>
          </p:cNvPr>
          <p:cNvSpPr txBox="1"/>
          <p:nvPr/>
        </p:nvSpPr>
        <p:spPr>
          <a:xfrm>
            <a:off x="2452810" y="2443622"/>
            <a:ext cx="4222969" cy="1399314"/>
          </a:xfrm>
          <a:prstGeom prst="rect">
            <a:avLst/>
          </a:prstGeom>
          <a:noFill/>
        </p:spPr>
        <p:txBody>
          <a:bodyPr wrap="square" lIns="58266" tIns="58266" rIns="58266" bIns="58266" rtlCol="0">
            <a:noAutofit/>
          </a:bodyPr>
          <a:lstStyle/>
          <a:p>
            <a:pPr>
              <a:lnSpc>
                <a:spcPct val="80000"/>
              </a:lnSpc>
              <a:spcAft>
                <a:spcPts val="647"/>
              </a:spcAft>
            </a:pPr>
            <a:r>
              <a:rPr lang="en-US" sz="2400" dirty="0">
                <a:solidFill>
                  <a:srgbClr val="1E49E2"/>
                </a:solidFill>
                <a:latin typeface="KPMG Bold" panose="020B0803030202040204" pitchFamily="34" charset="0"/>
              </a:rPr>
              <a:t>Preferred technical &amp; functional skills </a:t>
            </a:r>
          </a:p>
          <a:p>
            <a:pPr marL="171450" indent="-171450">
              <a:lnSpc>
                <a:spcPct val="80000"/>
              </a:lnSpc>
              <a:spcAft>
                <a:spcPts val="647"/>
              </a:spcAft>
              <a:buFont typeface="Arial" panose="020B0604020202020204" pitchFamily="34" charset="0"/>
              <a:buChar char="•"/>
            </a:pPr>
            <a:r>
              <a:rPr lang="en-US" sz="1050" dirty="0">
                <a:solidFill>
                  <a:srgbClr val="00338D"/>
                </a:solidFill>
              </a:rPr>
              <a:t>Intermediate level in Microsoft Excel and Microsoft Word</a:t>
            </a:r>
          </a:p>
          <a:p>
            <a:pPr marL="171450" indent="-171450">
              <a:lnSpc>
                <a:spcPct val="80000"/>
              </a:lnSpc>
              <a:spcAft>
                <a:spcPts val="647"/>
              </a:spcAft>
              <a:buFont typeface="Arial" panose="020B0604020202020204" pitchFamily="34" charset="0"/>
              <a:buChar char="•"/>
            </a:pPr>
            <a:r>
              <a:rPr lang="en-US" sz="1050" dirty="0">
                <a:solidFill>
                  <a:srgbClr val="00338D"/>
                </a:solidFill>
              </a:rPr>
              <a:t>Book-keeping experience will be beneficial but not essential</a:t>
            </a:r>
          </a:p>
          <a:p>
            <a:pPr marL="171450" indent="-171450">
              <a:lnSpc>
                <a:spcPct val="80000"/>
              </a:lnSpc>
              <a:spcAft>
                <a:spcPts val="647"/>
              </a:spcAft>
              <a:buFont typeface="Arial" panose="020B0604020202020204" pitchFamily="34" charset="0"/>
              <a:buChar char="•"/>
            </a:pPr>
            <a:r>
              <a:rPr lang="en-US" sz="1050" dirty="0">
                <a:solidFill>
                  <a:srgbClr val="00338D"/>
                </a:solidFill>
              </a:rPr>
              <a:t>Proficiency/ Working knowledge of Adobe Professional would be an added advantage</a:t>
            </a:r>
          </a:p>
        </p:txBody>
      </p:sp>
      <p:sp>
        <p:nvSpPr>
          <p:cNvPr id="33" name="TextBox 32">
            <a:extLst>
              <a:ext uri="{FF2B5EF4-FFF2-40B4-BE49-F238E27FC236}">
                <a16:creationId xmlns:a16="http://schemas.microsoft.com/office/drawing/2014/main" id="{8FD3FDA1-CE5D-4169-B9D9-9D568E70FA10}"/>
              </a:ext>
            </a:extLst>
          </p:cNvPr>
          <p:cNvSpPr txBox="1"/>
          <p:nvPr/>
        </p:nvSpPr>
        <p:spPr>
          <a:xfrm>
            <a:off x="2452810" y="3899377"/>
            <a:ext cx="4052015" cy="986909"/>
          </a:xfrm>
          <a:prstGeom prst="rect">
            <a:avLst/>
          </a:prstGeom>
          <a:noFill/>
        </p:spPr>
        <p:txBody>
          <a:bodyPr wrap="square" lIns="58266" tIns="58266" rIns="58266" bIns="58266" rtlCol="0">
            <a:noAutofit/>
          </a:bodyPr>
          <a:lstStyle/>
          <a:p>
            <a:pPr>
              <a:lnSpc>
                <a:spcPct val="80000"/>
              </a:lnSpc>
              <a:spcAft>
                <a:spcPts val="647"/>
              </a:spcAft>
            </a:pPr>
            <a:r>
              <a:rPr lang="en-US" sz="2400" dirty="0">
                <a:solidFill>
                  <a:srgbClr val="1E49E2"/>
                </a:solidFill>
                <a:latin typeface="KPMG Bold" panose="020B0803030202040204" pitchFamily="34" charset="0"/>
              </a:rPr>
              <a:t>Key behavioral attributes/requirements</a:t>
            </a:r>
          </a:p>
          <a:p>
            <a:pPr marL="171450" indent="-171450">
              <a:lnSpc>
                <a:spcPct val="80000"/>
              </a:lnSpc>
              <a:spcAft>
                <a:spcPts val="647"/>
              </a:spcAft>
              <a:buFont typeface="Arial" panose="020B0604020202020204" pitchFamily="34" charset="0"/>
              <a:buChar char="•"/>
            </a:pPr>
            <a:r>
              <a:rPr lang="en-US" sz="1050" dirty="0">
                <a:solidFill>
                  <a:srgbClr val="00338D"/>
                </a:solidFill>
              </a:rPr>
              <a:t>Excellent written and verbal communication skills</a:t>
            </a:r>
          </a:p>
          <a:p>
            <a:pPr marL="171450" indent="-171450">
              <a:lnSpc>
                <a:spcPct val="80000"/>
              </a:lnSpc>
              <a:spcAft>
                <a:spcPts val="647"/>
              </a:spcAft>
              <a:buFont typeface="Arial" panose="020B0604020202020204" pitchFamily="34" charset="0"/>
              <a:buChar char="•"/>
            </a:pPr>
            <a:r>
              <a:rPr lang="en-US" sz="1050" dirty="0">
                <a:solidFill>
                  <a:srgbClr val="00338D"/>
                </a:solidFill>
              </a:rPr>
              <a:t>Personal drive and positive work ethic to deliver results within tight deadlines and in demanding situations</a:t>
            </a:r>
          </a:p>
          <a:p>
            <a:pPr marL="171450" indent="-171450">
              <a:lnSpc>
                <a:spcPct val="80000"/>
              </a:lnSpc>
              <a:spcAft>
                <a:spcPts val="647"/>
              </a:spcAft>
              <a:buFont typeface="Arial" panose="020B0604020202020204" pitchFamily="34" charset="0"/>
              <a:buChar char="•"/>
            </a:pPr>
            <a:r>
              <a:rPr lang="en-US" sz="1050" dirty="0">
                <a:solidFill>
                  <a:srgbClr val="00338D"/>
                </a:solidFill>
              </a:rPr>
              <a:t>Flexibility to adapt to a variety of engagement types, working hours and work environments</a:t>
            </a:r>
          </a:p>
          <a:p>
            <a:pPr>
              <a:lnSpc>
                <a:spcPct val="80000"/>
              </a:lnSpc>
              <a:spcAft>
                <a:spcPts val="647"/>
              </a:spcAft>
            </a:pPr>
            <a:endParaRPr lang="en-US" sz="2400" dirty="0">
              <a:solidFill>
                <a:srgbClr val="1E49E2"/>
              </a:solidFill>
              <a:latin typeface="KPMG Bold" panose="020B0803030202040204" pitchFamily="34" charset="0"/>
            </a:endParaRPr>
          </a:p>
        </p:txBody>
      </p:sp>
      <p:sp>
        <p:nvSpPr>
          <p:cNvPr id="35" name="TextBox 34">
            <a:extLst>
              <a:ext uri="{FF2B5EF4-FFF2-40B4-BE49-F238E27FC236}">
                <a16:creationId xmlns:a16="http://schemas.microsoft.com/office/drawing/2014/main" id="{9C9954AF-FB0B-41F8-8240-AA5C844A80E1}"/>
              </a:ext>
            </a:extLst>
          </p:cNvPr>
          <p:cNvSpPr txBox="1"/>
          <p:nvPr/>
        </p:nvSpPr>
        <p:spPr>
          <a:xfrm>
            <a:off x="2542674" y="5557225"/>
            <a:ext cx="4043239" cy="1767219"/>
          </a:xfrm>
          <a:prstGeom prst="rect">
            <a:avLst/>
          </a:prstGeom>
          <a:noFill/>
        </p:spPr>
        <p:txBody>
          <a:bodyPr wrap="square" lIns="58266" tIns="58266" rIns="58266" bIns="58266" rtlCol="0">
            <a:noAutofit/>
          </a:bodyPr>
          <a:lstStyle/>
          <a:p>
            <a:pPr>
              <a:lnSpc>
                <a:spcPct val="80000"/>
              </a:lnSpc>
              <a:spcAft>
                <a:spcPts val="647"/>
              </a:spcAft>
            </a:pPr>
            <a:r>
              <a:rPr lang="en-US" sz="2400" dirty="0">
                <a:solidFill>
                  <a:srgbClr val="1E49E2"/>
                </a:solidFill>
                <a:latin typeface="KPMG Bold" panose="020B0803030202040204" pitchFamily="34" charset="0"/>
              </a:rPr>
              <a:t>Other information</a:t>
            </a:r>
          </a:p>
          <a:p>
            <a:pPr marL="171450" indent="-171450">
              <a:lnSpc>
                <a:spcPts val="1350"/>
              </a:lnSpc>
              <a:buFont typeface="Arial" panose="020B0604020202020204" pitchFamily="34" charset="0"/>
              <a:buChar char="•"/>
            </a:pPr>
            <a:r>
              <a:rPr lang="en-US" sz="1050" b="1" dirty="0">
                <a:solidFill>
                  <a:srgbClr val="00338D"/>
                </a:solidFill>
              </a:rPr>
              <a:t>Interview process: </a:t>
            </a:r>
            <a:r>
              <a:rPr lang="en-US" sz="1050" dirty="0">
                <a:solidFill>
                  <a:srgbClr val="00338D"/>
                </a:solidFill>
              </a:rPr>
              <a:t>3 round of interviews</a:t>
            </a:r>
          </a:p>
          <a:p>
            <a:pPr marL="171450" indent="-171450">
              <a:lnSpc>
                <a:spcPts val="1350"/>
              </a:lnSpc>
              <a:buFont typeface="Arial" panose="020B0604020202020204" pitchFamily="34" charset="0"/>
              <a:buChar char="•"/>
            </a:pPr>
            <a:r>
              <a:rPr lang="en-US" sz="1050" b="1" dirty="0">
                <a:solidFill>
                  <a:srgbClr val="00338D"/>
                </a:solidFill>
              </a:rPr>
              <a:t>Does the job role involve travelling: </a:t>
            </a:r>
            <a:r>
              <a:rPr lang="en-US" sz="1050" dirty="0">
                <a:solidFill>
                  <a:srgbClr val="00338D"/>
                </a:solidFill>
              </a:rPr>
              <a:t>No</a:t>
            </a:r>
            <a:endParaRPr lang="en-US" sz="1050" dirty="0">
              <a:solidFill>
                <a:srgbClr val="00338D"/>
              </a:solidFill>
              <a:highlight>
                <a:srgbClr val="FFFF00"/>
              </a:highlight>
            </a:endParaRPr>
          </a:p>
        </p:txBody>
      </p:sp>
      <p:sp>
        <p:nvSpPr>
          <p:cNvPr id="4" name="TextBox 3">
            <a:extLst>
              <a:ext uri="{FF2B5EF4-FFF2-40B4-BE49-F238E27FC236}">
                <a16:creationId xmlns:a16="http://schemas.microsoft.com/office/drawing/2014/main" id="{64491DDD-B0A8-1F4E-6457-C3B67590685B}"/>
              </a:ext>
            </a:extLst>
          </p:cNvPr>
          <p:cNvSpPr txBox="1"/>
          <p:nvPr/>
        </p:nvSpPr>
        <p:spPr>
          <a:xfrm>
            <a:off x="2452811" y="214376"/>
            <a:ext cx="4222968" cy="1558307"/>
          </a:xfrm>
          <a:prstGeom prst="rect">
            <a:avLst/>
          </a:prstGeom>
          <a:noFill/>
        </p:spPr>
        <p:txBody>
          <a:bodyPr wrap="square" lIns="58266" tIns="58266" rIns="58266" bIns="58266" rtlCol="0">
            <a:noAutofit/>
          </a:bodyPr>
          <a:lstStyle/>
          <a:p>
            <a:pPr>
              <a:spcAft>
                <a:spcPts val="647"/>
              </a:spcAft>
            </a:pPr>
            <a:r>
              <a:rPr lang="en-US" sz="2400" dirty="0">
                <a:solidFill>
                  <a:srgbClr val="1E49E2"/>
                </a:solidFill>
                <a:latin typeface="KPMG Bold" panose="020B0803030202040204" pitchFamily="34" charset="0"/>
              </a:rPr>
              <a:t>This role is for you if you have  the below</a:t>
            </a:r>
          </a:p>
          <a:p>
            <a:pPr>
              <a:spcAft>
                <a:spcPts val="647"/>
              </a:spcAft>
            </a:pPr>
            <a:r>
              <a:rPr lang="en-US" sz="1400" b="1" dirty="0">
                <a:solidFill>
                  <a:srgbClr val="00338D"/>
                </a:solidFill>
              </a:rPr>
              <a:t>Educational qualifications </a:t>
            </a:r>
          </a:p>
          <a:p>
            <a:pPr marL="171450" indent="-171450">
              <a:spcAft>
                <a:spcPts val="647"/>
              </a:spcAft>
              <a:buFont typeface="Arial" panose="020B0604020202020204" pitchFamily="34" charset="0"/>
              <a:buChar char="•"/>
            </a:pPr>
            <a:r>
              <a:rPr lang="en-US" sz="1050" dirty="0">
                <a:solidFill>
                  <a:srgbClr val="00338D"/>
                </a:solidFill>
              </a:rPr>
              <a:t>Bachelor’s Degree in Commerce / Degree or Diploma in Finance or Accounting (ACCA pursing)</a:t>
            </a:r>
          </a:p>
          <a:p>
            <a:pPr>
              <a:spcAft>
                <a:spcPts val="647"/>
              </a:spcAft>
            </a:pPr>
            <a:r>
              <a:rPr lang="en-US" sz="1400" b="1" dirty="0">
                <a:solidFill>
                  <a:srgbClr val="00338D"/>
                </a:solidFill>
              </a:rPr>
              <a:t>Work experience</a:t>
            </a:r>
          </a:p>
          <a:p>
            <a:pPr marL="171450" indent="-171450">
              <a:spcAft>
                <a:spcPts val="647"/>
              </a:spcAft>
              <a:buFont typeface="Arial" panose="020B0604020202020204" pitchFamily="34" charset="0"/>
              <a:buChar char="•"/>
            </a:pPr>
            <a:r>
              <a:rPr lang="en-US" sz="1050" dirty="0">
                <a:solidFill>
                  <a:srgbClr val="00338D"/>
                </a:solidFill>
              </a:rPr>
              <a:t>0 – 1-year experience in relevant field</a:t>
            </a:r>
            <a:endParaRPr lang="en-US" sz="1050" b="1" dirty="0">
              <a:solidFill>
                <a:srgbClr val="00338D"/>
              </a:solidFill>
            </a:endParaRPr>
          </a:p>
          <a:p>
            <a:pPr>
              <a:spcAft>
                <a:spcPts val="647"/>
              </a:spcAft>
            </a:pPr>
            <a:endParaRPr lang="en-US" sz="2400" dirty="0">
              <a:solidFill>
                <a:srgbClr val="1E49E2"/>
              </a:solidFill>
              <a:latin typeface="KPMG Bold" panose="020B0803030202040204" pitchFamily="34" charset="0"/>
            </a:endParaRPr>
          </a:p>
          <a:p>
            <a:pPr>
              <a:spcAft>
                <a:spcPts val="647"/>
              </a:spcAft>
            </a:pPr>
            <a:endParaRPr lang="en-US" sz="2400" dirty="0">
              <a:solidFill>
                <a:srgbClr val="1E49E2"/>
              </a:solidFill>
              <a:latin typeface="KPMG Bold" panose="020B0803030202040204" pitchFamily="34" charset="0"/>
            </a:endParaRPr>
          </a:p>
          <a:p>
            <a:pPr>
              <a:spcAft>
                <a:spcPts val="647"/>
              </a:spcAft>
            </a:pPr>
            <a:endParaRPr lang="en-US" sz="2400" dirty="0">
              <a:solidFill>
                <a:srgbClr val="1E49E2"/>
              </a:solidFill>
              <a:latin typeface="KPMG Bold" panose="020B0803030202040204" pitchFamily="34" charset="0"/>
            </a:endParaRPr>
          </a:p>
          <a:p>
            <a:pPr>
              <a:spcAft>
                <a:spcPts val="647"/>
              </a:spcAft>
            </a:pPr>
            <a:endParaRPr lang="en-US" sz="2400" dirty="0">
              <a:solidFill>
                <a:srgbClr val="1E49E2"/>
              </a:solidFill>
              <a:latin typeface="KPMG Bold" panose="020B0803030202040204" pitchFamily="34" charset="0"/>
            </a:endParaRPr>
          </a:p>
          <a:p>
            <a:pPr>
              <a:spcAft>
                <a:spcPts val="647"/>
              </a:spcAft>
            </a:pPr>
            <a:endParaRPr lang="en-US" sz="2400" dirty="0">
              <a:solidFill>
                <a:srgbClr val="1E49E2"/>
              </a:solidFill>
              <a:latin typeface="KPMG Bold" panose="020B0803030202040204" pitchFamily="34" charset="0"/>
            </a:endParaRPr>
          </a:p>
          <a:p>
            <a:pPr>
              <a:spcAft>
                <a:spcPts val="647"/>
              </a:spcAft>
            </a:pPr>
            <a:endParaRPr lang="en-US" sz="2400" dirty="0">
              <a:solidFill>
                <a:srgbClr val="1E49E2"/>
              </a:solidFill>
              <a:latin typeface="KPMG Bold" panose="020B0803030202040204" pitchFamily="34" charset="0"/>
            </a:endParaRPr>
          </a:p>
          <a:p>
            <a:pPr>
              <a:spcAft>
                <a:spcPts val="647"/>
              </a:spcAft>
            </a:pPr>
            <a:endParaRPr lang="en-US" sz="2400" dirty="0">
              <a:solidFill>
                <a:srgbClr val="1E49E2"/>
              </a:solidFill>
              <a:latin typeface="KPMG Bold" panose="020B0803030202040204" pitchFamily="34" charset="0"/>
            </a:endParaRPr>
          </a:p>
        </p:txBody>
      </p:sp>
    </p:spTree>
    <p:extLst>
      <p:ext uri="{BB962C8B-B14F-4D97-AF65-F5344CB8AC3E}">
        <p14:creationId xmlns:p14="http://schemas.microsoft.com/office/powerpoint/2010/main" val="2694455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FONTUSED" val="KPMGFONT"/>
  <p:tag name="CREATEDBY" val="Global PowerPoint Toolbar"/>
  <p:tag name="TOOLBARVERSION" val="5.26"/>
  <p:tag name="TYPE" val="Portrait"/>
  <p:tag name="KEYWORD" val="PORTRAIT"/>
  <p:tag name="TEMPLATEVERSION" val="20/07/2017 19:43:46"/>
</p:tagLst>
</file>

<file path=ppt/theme/theme1.xml><?xml version="1.0" encoding="utf-8"?>
<a:theme xmlns:a="http://schemas.openxmlformats.org/drawingml/2006/main" name="KPMG_Talkbook_Sidebar_1021_2015">
  <a:themeElements>
    <a:clrScheme name="New KPMG Colours">
      <a:dk1>
        <a:srgbClr val="000000"/>
      </a:dk1>
      <a:lt1>
        <a:sysClr val="window" lastClr="FFFFFF"/>
      </a:lt1>
      <a:dk2>
        <a:srgbClr val="00338D"/>
      </a:dk2>
      <a:lt2>
        <a:srgbClr val="F0F0F0"/>
      </a:lt2>
      <a:accent1>
        <a:srgbClr val="0091DA"/>
      </a:accent1>
      <a:accent2>
        <a:srgbClr val="6D2077"/>
      </a:accent2>
      <a:accent3>
        <a:srgbClr val="005EB8"/>
      </a:accent3>
      <a:accent4>
        <a:srgbClr val="00A3A1"/>
      </a:accent4>
      <a:accent5>
        <a:srgbClr val="EAAA00"/>
      </a:accent5>
      <a:accent6>
        <a:srgbClr val="43B02A"/>
      </a:accent6>
      <a:hlink>
        <a:srgbClr val="0091DA"/>
      </a:hlink>
      <a:folHlink>
        <a:srgbClr val="0091DA"/>
      </a:folHlink>
    </a:clrScheme>
    <a:fontScheme name="KPMG">
      <a:majorFont>
        <a:latin typeface="KPMG Extralight"/>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lIns="54000" tIns="54000" rIns="54000" bIns="54000" rtlCol="0" anchor="ctr"/>
      <a:lstStyle>
        <a:defPPr algn="l">
          <a:defRPr sz="1000" dirty="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54000" tIns="54000" rIns="54000" bIns="54000" rtlCol="0">
        <a:noAutofit/>
      </a:bodyPr>
      <a:lstStyle>
        <a:defPPr>
          <a:spcAft>
            <a:spcPts val="600"/>
          </a:spcAft>
          <a:defRPr sz="1000" dirty="0" smtClean="0">
            <a:solidFill>
              <a:schemeClr val="tx2"/>
            </a:solidFill>
          </a:defRPr>
        </a:defPPr>
      </a:lstStyle>
    </a:txDef>
  </a:objectDefaults>
  <a:extraClrSchemeLst/>
  <a:custClrLst>
    <a:custClr name="KPMG Blue">
      <a:srgbClr val="00338D"/>
    </a:custClr>
    <a:custClr name="Medium Blue">
      <a:srgbClr val="005EB8"/>
    </a:custClr>
    <a:custClr name="Light Blue">
      <a:srgbClr val="0091DA"/>
    </a:custClr>
    <a:custClr name="Violet">
      <a:srgbClr val="483698"/>
    </a:custClr>
    <a:custClr name="Purple">
      <a:srgbClr val="470A68"/>
    </a:custClr>
    <a:custClr name="Light Purple">
      <a:srgbClr val="6D2077"/>
    </a:custClr>
    <a:custClr name="Green">
      <a:srgbClr val="00A3A1"/>
    </a:custClr>
    <a:custClr name="Dark Green">
      <a:srgbClr val="009A44"/>
    </a:custClr>
    <a:custClr name="Light Green">
      <a:srgbClr val="43B02A"/>
    </a:custClr>
    <a:custClr name="Yellow">
      <a:srgbClr val="EAAA00"/>
    </a:custClr>
    <a:custClr name="Orange">
      <a:srgbClr val="F68D2E"/>
    </a:custClr>
    <a:custClr name="Red ">
      <a:srgbClr val="BC204B"/>
    </a:custClr>
    <a:custClr name="Pink">
      <a:srgbClr val="C6007E"/>
    </a:custClr>
    <a:custClr name="Dark Brown">
      <a:srgbClr val="753F19"/>
    </a:custClr>
    <a:custClr name="Light Brown">
      <a:srgbClr val="9B642E"/>
    </a:custClr>
    <a:custClr name="Olive">
      <a:srgbClr val="9D9375"/>
    </a:custClr>
    <a:custClr name="Beige">
      <a:srgbClr val="E3BC9F"/>
    </a:custClr>
    <a:custClr name="Light Pink">
      <a:srgbClr val="E36877"/>
    </a:custClr>
  </a:custClrLst>
  <a:extLst>
    <a:ext uri="{05A4C25C-085E-4340-85A3-A5531E510DB2}">
      <thm15:themeFamily xmlns:thm15="http://schemas.microsoft.com/office/thememl/2012/main" name="KPMG Portrait Template.potx" id="{78F74787-738B-4AE5-90CD-B32582E40A75}" vid="{0FA31E07-8A42-4EA9-927F-5036B77F02E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5DAFB7AEE70C38408E6AAB94ED3F79D2" ma:contentTypeVersion="12" ma:contentTypeDescription="Create a new document." ma:contentTypeScope="" ma:versionID="7d1af7a456fc9042651ddd5e69962865">
  <xsd:schema xmlns:xsd="http://www.w3.org/2001/XMLSchema" xmlns:xs="http://www.w3.org/2001/XMLSchema" xmlns:p="http://schemas.microsoft.com/office/2006/metadata/properties" xmlns:ns2="9fccb5fe-3277-47ac-a120-b9b15bbb8c18" xmlns:ns3="4243d5be-521d-4052-81ca-f0f31ea6f2da" targetNamespace="http://schemas.microsoft.com/office/2006/metadata/properties" ma:root="true" ma:fieldsID="142e003b63573e0262789edd9432c660" ns2:_="" ns3:_="">
    <xsd:import namespace="9fccb5fe-3277-47ac-a120-b9b15bbb8c18"/>
    <xsd:import namespace="4243d5be-521d-4052-81ca-f0f31ea6f2da"/>
    <xsd:element name="properties">
      <xsd:complexType>
        <xsd:sequence>
          <xsd:element name="documentManagement">
            <xsd:complexType>
              <xsd:all>
                <xsd:element ref="ns2:MediaServiceMetadata" minOccurs="0"/>
                <xsd:element ref="ns2:MediaServiceFastMetadata" minOccurs="0"/>
                <xsd:element ref="ns2:MediaLengthInSeconds" minOccurs="0"/>
                <xsd:element ref="ns2:MediaServiceAutoKeyPoints" minOccurs="0"/>
                <xsd:element ref="ns2:MediaServiceKeyPoint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fccb5fe-3277-47ac-a120-b9b15bbb8c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LengthInSeconds" ma:index="10" nillable="true" ma:displayName="MediaLengthInSeconds" ma:hidden="true" ma:internalName="MediaLengthInSeconds" ma:readOnly="true">
      <xsd:simpleType>
        <xsd:restriction base="dms:Unknown"/>
      </xsd:simpleType>
    </xsd:element>
    <xsd:element name="MediaServiceAutoKeyPoints" ma:index="11" nillable="true" ma:displayName="MediaServiceAutoKeyPoints" ma:hidden="true" ma:internalName="MediaServiceAutoKeyPoints" ma:readOnly="true">
      <xsd:simpleType>
        <xsd:restriction base="dms:Note"/>
      </xsd:simpleType>
    </xsd:element>
    <xsd:element name="MediaServiceKeyPoints" ma:index="12" nillable="true" ma:displayName="KeyPoints" ma:internalName="MediaServiceKeyPoints" ma:readOnly="true">
      <xsd:simpleType>
        <xsd:restriction base="dms:Note">
          <xsd:maxLength value="255"/>
        </xsd:restriction>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8883d318-f35c-4577-94aa-4c8e836d27a7" ma:termSetId="09814cd3-568e-fe90-9814-8d621ff8fb84" ma:anchorId="fba54fb3-c3e1-fe81-a776-ca4b69148c4d" ma:open="true" ma:isKeyword="false">
      <xsd:complexType>
        <xsd:sequence>
          <xsd:element ref="pc:Terms" minOccurs="0" maxOccurs="1"/>
        </xsd:sequence>
      </xsd:complex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243d5be-521d-4052-81ca-f0f31ea6f2da"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6a6c9d7d-318f-4016-bbe6-d1dda29216c5}" ma:internalName="TaxCatchAll" ma:showField="CatchAllData" ma:web="59feab41-d657-4955-bdb1-9c041c20f33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9fccb5fe-3277-47ac-a120-b9b15bbb8c18">
      <Terms xmlns="http://schemas.microsoft.com/office/infopath/2007/PartnerControls"/>
    </lcf76f155ced4ddcb4097134ff3c332f>
    <TaxCatchAll xmlns="4243d5be-521d-4052-81ca-f0f31ea6f2da" xsi:nil="true"/>
  </documentManagement>
</p:properties>
</file>

<file path=customXml/itemProps1.xml><?xml version="1.0" encoding="utf-8"?>
<ds:datastoreItem xmlns:ds="http://schemas.openxmlformats.org/officeDocument/2006/customXml" ds:itemID="{687230FA-C302-46DC-B892-C412024E14B9}">
  <ds:schemaRefs>
    <ds:schemaRef ds:uri="http://schemas.microsoft.com/sharepoint/v3/contenttype/forms"/>
  </ds:schemaRefs>
</ds:datastoreItem>
</file>

<file path=customXml/itemProps2.xml><?xml version="1.0" encoding="utf-8"?>
<ds:datastoreItem xmlns:ds="http://schemas.openxmlformats.org/officeDocument/2006/customXml" ds:itemID="{F42B2B23-56E6-44B4-B92B-2124D143217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fccb5fe-3277-47ac-a120-b9b15bbb8c18"/>
    <ds:schemaRef ds:uri="4243d5be-521d-4052-81ca-f0f31ea6f2d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A5FB04B-D5F5-408E-8787-44BD6CDEFACA}">
  <ds:schemaRefs>
    <ds:schemaRef ds:uri="http://www.w3.org/XML/1998/namespace"/>
    <ds:schemaRef ds:uri="4243d5be-521d-4052-81ca-f0f31ea6f2da"/>
    <ds:schemaRef ds:uri="http://schemas.microsoft.com/office/infopath/2007/PartnerControls"/>
    <ds:schemaRef ds:uri="http://purl.org/dc/dcmitype/"/>
    <ds:schemaRef ds:uri="http://schemas.microsoft.com/office/2006/documentManagement/types"/>
    <ds:schemaRef ds:uri="9fccb5fe-3277-47ac-a120-b9b15bbb8c18"/>
    <ds:schemaRef ds:uri="http://schemas.openxmlformats.org/package/2006/metadata/core-properties"/>
    <ds:schemaRef ds:uri="http://schemas.microsoft.com/office/2006/metadata/properties"/>
    <ds:schemaRef ds:uri="http://purl.org/dc/terms/"/>
    <ds:schemaRef ds:uri="http://purl.org/dc/elements/1.1/"/>
  </ds:schemaRefs>
</ds:datastoreItem>
</file>

<file path=docMetadata/LabelInfo.xml><?xml version="1.0" encoding="utf-8"?>
<clbl:labelList xmlns:clbl="http://schemas.microsoft.com/office/2020/mipLabelMetadata">
  <clbl:label id="{deff24bb-2089-4400-8c8e-f71e680378b2}" enabled="0" method="" siteId="{deff24bb-2089-4400-8c8e-f71e680378b2}" removed="1"/>
</clbl:labelList>
</file>

<file path=docProps/app.xml><?xml version="1.0" encoding="utf-8"?>
<Properties xmlns="http://schemas.openxmlformats.org/officeDocument/2006/extended-properties" xmlns:vt="http://schemas.openxmlformats.org/officeDocument/2006/docPropsVTypes">
  <Template>KPMG Portrait Template</Template>
  <TotalTime>975</TotalTime>
  <Words>496</Words>
  <Application>Microsoft Office PowerPoint</Application>
  <PresentationFormat>A4 Paper (210x297 mm)</PresentationFormat>
  <Paragraphs>51</Paragraphs>
  <Slides>3</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KPMG Bold</vt:lpstr>
      <vt:lpstr>KPMG Extralight</vt:lpstr>
      <vt:lpstr>KPMG_Talkbook_Sidebar_1021_2015</vt:lpstr>
      <vt:lpstr>PowerPoint Presentation</vt:lpstr>
      <vt:lpstr>PowerPoint Presentation</vt:lpstr>
      <vt:lpstr>PowerPoint Presentation</vt:lpstr>
    </vt:vector>
  </TitlesOfParts>
  <Company>KPMG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Boora, Aastha</dc:creator>
  <cp:lastModifiedBy>Mathur,  Nishtha</cp:lastModifiedBy>
  <cp:revision>172</cp:revision>
  <dcterms:created xsi:type="dcterms:W3CDTF">2018-12-11T07:13:49Z</dcterms:created>
  <dcterms:modified xsi:type="dcterms:W3CDTF">2025-08-28T13:23:34Z</dcterms:modified>
  <cp:category>KPMG Confidential</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0x0101005DAFB7AEE70C38408E6AAB94ED3F79D2</vt:lpwstr>
  </property>
  <property fmtid="{D5CDD505-2E9C-101B-9397-08002B2CF9AE}" pid="3" name="MediaServiceImageTags">
    <vt:lpwstr/>
  </property>
</Properties>
</file>